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71" r:id="rId10"/>
    <p:sldId id="270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16CD83-3419-4CDD-B525-3C4A0787B3A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6FBCF4-2590-4176-9BBE-653646104E75}">
      <dgm:prSet phldrT="[Text]" phldr="0"/>
      <dgm:spPr/>
      <dgm:t>
        <a:bodyPr/>
        <a:lstStyle/>
        <a:p>
          <a:r>
            <a:rPr lang="es-419" dirty="0">
              <a:latin typeface="Aptos" panose="020B0004020202020204" pitchFamily="34" charset="0"/>
            </a:rPr>
            <a:t>Físico</a:t>
          </a:r>
          <a:endParaRPr lang="en-US" dirty="0">
            <a:latin typeface="Aptos" panose="020B0004020202020204" pitchFamily="34" charset="0"/>
          </a:endParaRPr>
        </a:p>
      </dgm:t>
    </dgm:pt>
    <dgm:pt modelId="{BD74FD50-690D-44E8-86F6-C60BE249E476}" type="parTrans" cxnId="{1DDA3B36-571C-43E8-8828-1C782E4F922F}">
      <dgm:prSet/>
      <dgm:spPr/>
      <dgm:t>
        <a:bodyPr/>
        <a:lstStyle/>
        <a:p>
          <a:endParaRPr lang="en-US"/>
        </a:p>
      </dgm:t>
    </dgm:pt>
    <dgm:pt modelId="{092DB71D-3FE3-484A-A892-1D237855D2FA}" type="sibTrans" cxnId="{1DDA3B36-571C-43E8-8828-1C782E4F922F}">
      <dgm:prSet/>
      <dgm:spPr/>
      <dgm:t>
        <a:bodyPr/>
        <a:lstStyle/>
        <a:p>
          <a:endParaRPr lang="en-US"/>
        </a:p>
      </dgm:t>
    </dgm:pt>
    <dgm:pt modelId="{0597F6A3-7650-4B6C-A093-094EB88343C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Ejecutar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simulaciones</a:t>
          </a:r>
          <a:endParaRPr lang="en-US" dirty="0">
            <a:latin typeface="Aptos" panose="020B0004020202020204" pitchFamily="34" charset="0"/>
          </a:endParaRPr>
        </a:p>
      </dgm:t>
    </dgm:pt>
    <dgm:pt modelId="{FCCBBBBA-D440-4900-A8A1-CE7CC4288E9F}" type="parTrans" cxnId="{68E0F086-14F3-46C9-B2EA-FD32C3CE55D9}">
      <dgm:prSet/>
      <dgm:spPr/>
      <dgm:t>
        <a:bodyPr/>
        <a:lstStyle/>
        <a:p>
          <a:endParaRPr lang="en-US"/>
        </a:p>
      </dgm:t>
    </dgm:pt>
    <dgm:pt modelId="{2EF142A5-8CB4-40B5-9E00-5C510E097FB9}" type="sibTrans" cxnId="{68E0F086-14F3-46C9-B2EA-FD32C3CE55D9}">
      <dgm:prSet/>
      <dgm:spPr/>
      <dgm:t>
        <a:bodyPr/>
        <a:lstStyle/>
        <a:p>
          <a:endParaRPr lang="en-US"/>
        </a:p>
      </dgm:t>
    </dgm:pt>
    <dgm:pt modelId="{93ED724C-4298-4E18-B394-4A3F95B806F2}">
      <dgm:prSet phldrT="[Text]" phldr="0"/>
      <dgm:spPr/>
      <dgm:t>
        <a:bodyPr/>
        <a:lstStyle/>
        <a:p>
          <a:r>
            <a:rPr lang="es-419" dirty="0">
              <a:latin typeface="Aptos" panose="020B0004020202020204" pitchFamily="34" charset="0"/>
            </a:rPr>
            <a:t>Ingeniero</a:t>
          </a:r>
          <a:endParaRPr lang="en-US" dirty="0">
            <a:latin typeface="Aptos" panose="020B0004020202020204" pitchFamily="34" charset="0"/>
          </a:endParaRPr>
        </a:p>
      </dgm:t>
    </dgm:pt>
    <dgm:pt modelId="{3C4F5476-FA0F-4947-BCED-3A282A69B562}" type="parTrans" cxnId="{D0E6818D-AD36-4483-8EDA-036E6371DD5C}">
      <dgm:prSet/>
      <dgm:spPr/>
      <dgm:t>
        <a:bodyPr/>
        <a:lstStyle/>
        <a:p>
          <a:endParaRPr lang="en-US"/>
        </a:p>
      </dgm:t>
    </dgm:pt>
    <dgm:pt modelId="{4C671BA0-2CBA-4588-9FBD-F84E637AEEE1}" type="sibTrans" cxnId="{D0E6818D-AD36-4483-8EDA-036E6371DD5C}">
      <dgm:prSet/>
      <dgm:spPr/>
      <dgm:t>
        <a:bodyPr/>
        <a:lstStyle/>
        <a:p>
          <a:endParaRPr lang="en-US"/>
        </a:p>
      </dgm:t>
    </dgm:pt>
    <dgm:pt modelId="{0720DAF4-6AB4-4DC5-9B3B-48CB4213464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Programar</a:t>
          </a:r>
          <a:endParaRPr lang="en-US" dirty="0">
            <a:latin typeface="Aptos" panose="020B0004020202020204" pitchFamily="34" charset="0"/>
          </a:endParaRPr>
        </a:p>
      </dgm:t>
    </dgm:pt>
    <dgm:pt modelId="{F6D18B8D-2753-49D0-9E4F-512A52E8355E}" type="parTrans" cxnId="{61CA96CD-BF95-467B-94BE-6E24775720C2}">
      <dgm:prSet/>
      <dgm:spPr/>
      <dgm:t>
        <a:bodyPr/>
        <a:lstStyle/>
        <a:p>
          <a:endParaRPr lang="en-US"/>
        </a:p>
      </dgm:t>
    </dgm:pt>
    <dgm:pt modelId="{B308D871-0AC1-4705-A914-FBB2CA862B76}" type="sibTrans" cxnId="{61CA96CD-BF95-467B-94BE-6E24775720C2}">
      <dgm:prSet/>
      <dgm:spPr/>
      <dgm:t>
        <a:bodyPr/>
        <a:lstStyle/>
        <a:p>
          <a:endParaRPr lang="en-US"/>
        </a:p>
      </dgm:t>
    </dgm:pt>
    <dgm:pt modelId="{EEEAC83A-8BB9-43A8-8830-73BD034B00ED}">
      <dgm:prSet phldrT="[Text]" phldr="0"/>
      <dgm:spPr/>
      <dgm:t>
        <a:bodyPr/>
        <a:lstStyle/>
        <a:p>
          <a:r>
            <a:rPr lang="es-419" dirty="0">
              <a:latin typeface="Aptos" panose="020B0004020202020204" pitchFamily="34" charset="0"/>
            </a:rPr>
            <a:t>Científico</a:t>
          </a:r>
          <a:endParaRPr lang="en-US" dirty="0">
            <a:latin typeface="Aptos" panose="020B0004020202020204" pitchFamily="34" charset="0"/>
          </a:endParaRPr>
        </a:p>
      </dgm:t>
    </dgm:pt>
    <dgm:pt modelId="{F750D444-9E23-457C-8F6C-A37C3EB39F2D}" type="parTrans" cxnId="{841E608C-D94E-431F-9DF4-0B52FF4F88EE}">
      <dgm:prSet/>
      <dgm:spPr/>
      <dgm:t>
        <a:bodyPr/>
        <a:lstStyle/>
        <a:p>
          <a:endParaRPr lang="en-US"/>
        </a:p>
      </dgm:t>
    </dgm:pt>
    <dgm:pt modelId="{A6C256BE-B5F4-48C7-85E0-18046E18A8E8}" type="sibTrans" cxnId="{841E608C-D94E-431F-9DF4-0B52FF4F88EE}">
      <dgm:prSet/>
      <dgm:spPr/>
      <dgm:t>
        <a:bodyPr/>
        <a:lstStyle/>
        <a:p>
          <a:endParaRPr lang="en-US"/>
        </a:p>
      </dgm:t>
    </dgm:pt>
    <dgm:pt modelId="{71E1210A-BC81-4E68-96A4-834E1DA6F8A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Ejecutar</a:t>
          </a:r>
          <a:r>
            <a:rPr lang="en-US" dirty="0">
              <a:latin typeface="Aptos" panose="020B0004020202020204" pitchFamily="34" charset="0"/>
            </a:rPr>
            <a:t> scripts</a:t>
          </a:r>
        </a:p>
      </dgm:t>
    </dgm:pt>
    <dgm:pt modelId="{1F983303-E316-4B31-A01F-C4CEB63802D6}" type="parTrans" cxnId="{57CCC144-72F1-4E61-9ADA-A92B74A34F35}">
      <dgm:prSet/>
      <dgm:spPr/>
      <dgm:t>
        <a:bodyPr/>
        <a:lstStyle/>
        <a:p>
          <a:endParaRPr lang="en-US"/>
        </a:p>
      </dgm:t>
    </dgm:pt>
    <dgm:pt modelId="{A388A802-68D5-4AA8-928C-D9B9E4166488}" type="sibTrans" cxnId="{57CCC144-72F1-4E61-9ADA-A92B74A34F35}">
      <dgm:prSet/>
      <dgm:spPr/>
      <dgm:t>
        <a:bodyPr/>
        <a:lstStyle/>
        <a:p>
          <a:endParaRPr lang="en-US"/>
        </a:p>
      </dgm:t>
    </dgm:pt>
    <dgm:pt modelId="{78E9DB93-203D-45A7-B3A2-56C8E22BE4C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Lanzar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programas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en</a:t>
          </a:r>
          <a:r>
            <a:rPr lang="en-US" dirty="0">
              <a:latin typeface="Aptos" panose="020B0004020202020204" pitchFamily="34" charset="0"/>
            </a:rPr>
            <a:t> un </a:t>
          </a:r>
          <a:r>
            <a:rPr lang="en-US" dirty="0" err="1">
              <a:latin typeface="Aptos" panose="020B0004020202020204" pitchFamily="34" charset="0"/>
            </a:rPr>
            <a:t>clúster</a:t>
          </a:r>
          <a:endParaRPr lang="en-US" dirty="0">
            <a:latin typeface="Aptos" panose="020B0004020202020204" pitchFamily="34" charset="0"/>
          </a:endParaRPr>
        </a:p>
      </dgm:t>
    </dgm:pt>
    <dgm:pt modelId="{34BE87E2-0294-4FC5-8C5E-9B464017A5DB}" type="parTrans" cxnId="{ACAF7EA8-6C91-4096-A308-57C452913E31}">
      <dgm:prSet/>
      <dgm:spPr/>
      <dgm:t>
        <a:bodyPr/>
        <a:lstStyle/>
        <a:p>
          <a:endParaRPr lang="en-US"/>
        </a:p>
      </dgm:t>
    </dgm:pt>
    <dgm:pt modelId="{19C238C5-FCCA-45CC-832E-0D1230095425}" type="sibTrans" cxnId="{ACAF7EA8-6C91-4096-A308-57C452913E31}">
      <dgm:prSet/>
      <dgm:spPr/>
      <dgm:t>
        <a:bodyPr/>
        <a:lstStyle/>
        <a:p>
          <a:endParaRPr lang="en-US"/>
        </a:p>
      </dgm:t>
    </dgm:pt>
    <dgm:pt modelId="{34C1ED62-75C3-48D7-B0D0-5A8374C4C10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Procesar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datos</a:t>
          </a:r>
          <a:endParaRPr lang="en-US" dirty="0">
            <a:latin typeface="Aptos" panose="020B0004020202020204" pitchFamily="34" charset="0"/>
          </a:endParaRPr>
        </a:p>
      </dgm:t>
    </dgm:pt>
    <dgm:pt modelId="{5E79F1F0-FCD1-4536-B570-0FFCCA497B00}" type="parTrans" cxnId="{76D6D8B8-7508-42C7-811E-E6622BA20FAF}">
      <dgm:prSet/>
      <dgm:spPr/>
      <dgm:t>
        <a:bodyPr/>
        <a:lstStyle/>
        <a:p>
          <a:endParaRPr lang="en-US"/>
        </a:p>
      </dgm:t>
    </dgm:pt>
    <dgm:pt modelId="{C42C0BC1-299E-4399-B2C0-0695A01AD023}" type="sibTrans" cxnId="{76D6D8B8-7508-42C7-811E-E6622BA20FAF}">
      <dgm:prSet/>
      <dgm:spPr/>
      <dgm:t>
        <a:bodyPr/>
        <a:lstStyle/>
        <a:p>
          <a:endParaRPr lang="en-US"/>
        </a:p>
      </dgm:t>
    </dgm:pt>
    <dgm:pt modelId="{C3BA1297-C874-4EBF-BAAC-B5E55ED765F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ptos" panose="020B0004020202020204" pitchFamily="34" charset="0"/>
            </a:rPr>
            <a:t>Usar Git</a:t>
          </a:r>
        </a:p>
      </dgm:t>
    </dgm:pt>
    <dgm:pt modelId="{7F0828C1-3A72-49DE-961C-16442576D75D}" type="parTrans" cxnId="{13564DF6-C5FA-47A3-92C5-EA4A6DFA8239}">
      <dgm:prSet/>
      <dgm:spPr/>
      <dgm:t>
        <a:bodyPr/>
        <a:lstStyle/>
        <a:p>
          <a:endParaRPr lang="en-US"/>
        </a:p>
      </dgm:t>
    </dgm:pt>
    <dgm:pt modelId="{AC2F1282-A8EF-420E-9D4C-3A8B366C7DD8}" type="sibTrans" cxnId="{13564DF6-C5FA-47A3-92C5-EA4A6DFA8239}">
      <dgm:prSet/>
      <dgm:spPr/>
      <dgm:t>
        <a:bodyPr/>
        <a:lstStyle/>
        <a:p>
          <a:endParaRPr lang="en-US"/>
        </a:p>
      </dgm:t>
    </dgm:pt>
    <dgm:pt modelId="{9F745093-D8B5-45EB-A05D-8FB86A94EF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Instalar</a:t>
          </a:r>
          <a:r>
            <a:rPr lang="en-US" dirty="0">
              <a:latin typeface="Aptos" panose="020B0004020202020204" pitchFamily="34" charset="0"/>
            </a:rPr>
            <a:t> software</a:t>
          </a:r>
        </a:p>
      </dgm:t>
    </dgm:pt>
    <dgm:pt modelId="{A58F6107-D9E8-4914-850F-FB185AA1242C}" type="parTrans" cxnId="{D79DEFA2-93CA-4EE2-BB5C-EF4539AA3CE1}">
      <dgm:prSet/>
      <dgm:spPr/>
      <dgm:t>
        <a:bodyPr/>
        <a:lstStyle/>
        <a:p>
          <a:endParaRPr lang="en-US"/>
        </a:p>
      </dgm:t>
    </dgm:pt>
    <dgm:pt modelId="{637CB6CC-2ACF-4550-97E9-94E9C102E5D6}" type="sibTrans" cxnId="{D79DEFA2-93CA-4EE2-BB5C-EF4539AA3CE1}">
      <dgm:prSet/>
      <dgm:spPr/>
      <dgm:t>
        <a:bodyPr/>
        <a:lstStyle/>
        <a:p>
          <a:endParaRPr lang="en-US"/>
        </a:p>
      </dgm:t>
    </dgm:pt>
    <dgm:pt modelId="{6AEFC175-0C43-4068-B81C-66AF4E201E4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Administrar</a:t>
          </a:r>
          <a:r>
            <a:rPr lang="en-US" dirty="0">
              <a:latin typeface="Aptos" panose="020B0004020202020204" pitchFamily="34" charset="0"/>
            </a:rPr>
            <a:t> ambientes </a:t>
          </a:r>
          <a:r>
            <a:rPr lang="en-US" dirty="0" err="1">
              <a:latin typeface="Aptos" panose="020B0004020202020204" pitchFamily="34" charset="0"/>
            </a:rPr>
            <a:t>virtuales</a:t>
          </a:r>
          <a:endParaRPr lang="en-US" dirty="0">
            <a:latin typeface="Aptos" panose="020B0004020202020204" pitchFamily="34" charset="0"/>
          </a:endParaRPr>
        </a:p>
      </dgm:t>
    </dgm:pt>
    <dgm:pt modelId="{12DCD7D3-7472-4F3E-821F-15B339FCAA3C}" type="parTrans" cxnId="{F25DE0DC-D0D6-476D-8641-BDCDA4438306}">
      <dgm:prSet/>
      <dgm:spPr/>
      <dgm:t>
        <a:bodyPr/>
        <a:lstStyle/>
        <a:p>
          <a:endParaRPr lang="en-US"/>
        </a:p>
      </dgm:t>
    </dgm:pt>
    <dgm:pt modelId="{252EDB4D-2518-4AF2-822C-E38C46B96D42}" type="sibTrans" cxnId="{F25DE0DC-D0D6-476D-8641-BDCDA4438306}">
      <dgm:prSet/>
      <dgm:spPr/>
      <dgm:t>
        <a:bodyPr/>
        <a:lstStyle/>
        <a:p>
          <a:endParaRPr lang="en-US"/>
        </a:p>
      </dgm:t>
    </dgm:pt>
    <dgm:pt modelId="{D19DE3BB-205A-4129-8DBC-E75A9DE4F48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latin typeface="Aptos" panose="020B0004020202020204" pitchFamily="34" charset="0"/>
            </a:rPr>
            <a:t>Trabajar</a:t>
          </a:r>
          <a:r>
            <a:rPr lang="en-US" dirty="0">
              <a:latin typeface="Aptos" panose="020B0004020202020204" pitchFamily="34" charset="0"/>
            </a:rPr>
            <a:t> con </a:t>
          </a:r>
          <a:r>
            <a:rPr lang="en-US" dirty="0" err="1">
              <a:latin typeface="Aptos" panose="020B0004020202020204" pitchFamily="34" charset="0"/>
            </a:rPr>
            <a:t>servidores</a:t>
          </a:r>
          <a:endParaRPr lang="en-US" dirty="0">
            <a:latin typeface="Aptos" panose="020B0004020202020204" pitchFamily="34" charset="0"/>
          </a:endParaRPr>
        </a:p>
      </dgm:t>
    </dgm:pt>
    <dgm:pt modelId="{5407EAA9-ECFB-4358-B70D-0935BB8A9893}" type="parTrans" cxnId="{D7757707-5EEC-45C3-9736-3E3BDE35BD17}">
      <dgm:prSet/>
      <dgm:spPr/>
      <dgm:t>
        <a:bodyPr/>
        <a:lstStyle/>
        <a:p>
          <a:endParaRPr lang="en-US"/>
        </a:p>
      </dgm:t>
    </dgm:pt>
    <dgm:pt modelId="{FE76C6D6-AD2D-4782-844E-2C2D6689F24B}" type="sibTrans" cxnId="{D7757707-5EEC-45C3-9736-3E3BDE35BD17}">
      <dgm:prSet/>
      <dgm:spPr/>
      <dgm:t>
        <a:bodyPr/>
        <a:lstStyle/>
        <a:p>
          <a:endParaRPr lang="en-US"/>
        </a:p>
      </dgm:t>
    </dgm:pt>
    <dgm:pt modelId="{1CFAD9E4-1258-44C9-9285-30183DC1EEE9}" type="pres">
      <dgm:prSet presAssocID="{0816CD83-3419-4CDD-B525-3C4A0787B3AA}" presName="Name0" presStyleCnt="0">
        <dgm:presLayoutVars>
          <dgm:dir/>
          <dgm:animLvl val="lvl"/>
          <dgm:resizeHandles val="exact"/>
        </dgm:presLayoutVars>
      </dgm:prSet>
      <dgm:spPr/>
    </dgm:pt>
    <dgm:pt modelId="{0AF8D838-2670-41E3-9450-14A71EABEFDC}" type="pres">
      <dgm:prSet presAssocID="{9E6FBCF4-2590-4176-9BBE-653646104E75}" presName="composite" presStyleCnt="0"/>
      <dgm:spPr/>
    </dgm:pt>
    <dgm:pt modelId="{2BAAEA41-AB8D-4826-BD04-DC4A7780DF9A}" type="pres">
      <dgm:prSet presAssocID="{9E6FBCF4-2590-4176-9BBE-653646104E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D480C7C-B005-4917-910A-58DEF546B11B}" type="pres">
      <dgm:prSet presAssocID="{9E6FBCF4-2590-4176-9BBE-653646104E75}" presName="desTx" presStyleLbl="alignAccFollowNode1" presStyleIdx="0" presStyleCnt="3">
        <dgm:presLayoutVars>
          <dgm:bulletEnabled val="1"/>
        </dgm:presLayoutVars>
      </dgm:prSet>
      <dgm:spPr/>
    </dgm:pt>
    <dgm:pt modelId="{12CBEF5E-DB55-46A7-9D94-F88E17B46B3C}" type="pres">
      <dgm:prSet presAssocID="{092DB71D-3FE3-484A-A892-1D237855D2FA}" presName="space" presStyleCnt="0"/>
      <dgm:spPr/>
    </dgm:pt>
    <dgm:pt modelId="{85DBB614-C89E-4AD6-A401-15B50D253AC6}" type="pres">
      <dgm:prSet presAssocID="{93ED724C-4298-4E18-B394-4A3F95B806F2}" presName="composite" presStyleCnt="0"/>
      <dgm:spPr/>
    </dgm:pt>
    <dgm:pt modelId="{E75B9809-88E4-4DCB-9041-5355D5FB5F0C}" type="pres">
      <dgm:prSet presAssocID="{93ED724C-4298-4E18-B394-4A3F95B806F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4561F51-7097-47A3-A3B0-CC389B8568E3}" type="pres">
      <dgm:prSet presAssocID="{93ED724C-4298-4E18-B394-4A3F95B806F2}" presName="desTx" presStyleLbl="alignAccFollowNode1" presStyleIdx="1" presStyleCnt="3">
        <dgm:presLayoutVars>
          <dgm:bulletEnabled val="1"/>
        </dgm:presLayoutVars>
      </dgm:prSet>
      <dgm:spPr/>
    </dgm:pt>
    <dgm:pt modelId="{56FB59E7-EFFD-422D-A6A1-F754386CBBCB}" type="pres">
      <dgm:prSet presAssocID="{4C671BA0-2CBA-4588-9FBD-F84E637AEEE1}" presName="space" presStyleCnt="0"/>
      <dgm:spPr/>
    </dgm:pt>
    <dgm:pt modelId="{EE1C145F-0761-4D5C-B16D-38E718C994C5}" type="pres">
      <dgm:prSet presAssocID="{EEEAC83A-8BB9-43A8-8830-73BD034B00ED}" presName="composite" presStyleCnt="0"/>
      <dgm:spPr/>
    </dgm:pt>
    <dgm:pt modelId="{055DB823-A892-43DC-BC74-7F33197CB049}" type="pres">
      <dgm:prSet presAssocID="{EEEAC83A-8BB9-43A8-8830-73BD034B00E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F0560A9-005C-4D7A-907D-AE72DD5C0465}" type="pres">
      <dgm:prSet presAssocID="{EEEAC83A-8BB9-43A8-8830-73BD034B00E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7757707-5EEC-45C3-9736-3E3BDE35BD17}" srcId="{EEEAC83A-8BB9-43A8-8830-73BD034B00ED}" destId="{D19DE3BB-205A-4129-8DBC-E75A9DE4F48F}" srcOrd="2" destOrd="0" parTransId="{5407EAA9-ECFB-4358-B70D-0935BB8A9893}" sibTransId="{FE76C6D6-AD2D-4782-844E-2C2D6689F24B}"/>
    <dgm:cxn modelId="{1DDA3B36-571C-43E8-8828-1C782E4F922F}" srcId="{0816CD83-3419-4CDD-B525-3C4A0787B3AA}" destId="{9E6FBCF4-2590-4176-9BBE-653646104E75}" srcOrd="0" destOrd="0" parTransId="{BD74FD50-690D-44E8-86F6-C60BE249E476}" sibTransId="{092DB71D-3FE3-484A-A892-1D237855D2FA}"/>
    <dgm:cxn modelId="{57CCC144-72F1-4E61-9ADA-A92B74A34F35}" srcId="{EEEAC83A-8BB9-43A8-8830-73BD034B00ED}" destId="{71E1210A-BC81-4E68-96A4-834E1DA6F8A4}" srcOrd="0" destOrd="0" parTransId="{1F983303-E316-4B31-A01F-C4CEB63802D6}" sibTransId="{A388A802-68D5-4AA8-928C-D9B9E4166488}"/>
    <dgm:cxn modelId="{C8326A4A-CDC5-4C69-B6EC-48320BF461F7}" type="presOf" srcId="{93ED724C-4298-4E18-B394-4A3F95B806F2}" destId="{E75B9809-88E4-4DCB-9041-5355D5FB5F0C}" srcOrd="0" destOrd="0" presId="urn:microsoft.com/office/officeart/2005/8/layout/hList1"/>
    <dgm:cxn modelId="{E27C2D50-8750-4DCA-9691-FE5AC0383207}" type="presOf" srcId="{0720DAF4-6AB4-4DC5-9B3B-48CB42134646}" destId="{B4561F51-7097-47A3-A3B0-CC389B8568E3}" srcOrd="0" destOrd="0" presId="urn:microsoft.com/office/officeart/2005/8/layout/hList1"/>
    <dgm:cxn modelId="{AAE8DA56-4FEF-4043-B396-39A4A0A7C771}" type="presOf" srcId="{C3BA1297-C874-4EBF-BAAC-B5E55ED765FE}" destId="{B4561F51-7097-47A3-A3B0-CC389B8568E3}" srcOrd="0" destOrd="1" presId="urn:microsoft.com/office/officeart/2005/8/layout/hList1"/>
    <dgm:cxn modelId="{D8CF607B-AAFC-4BB7-944E-41CB6C37BDB2}" type="presOf" srcId="{78E9DB93-203D-45A7-B3A2-56C8E22BE4CC}" destId="{8D480C7C-B005-4917-910A-58DEF546B11B}" srcOrd="0" destOrd="1" presId="urn:microsoft.com/office/officeart/2005/8/layout/hList1"/>
    <dgm:cxn modelId="{68E0F086-14F3-46C9-B2EA-FD32C3CE55D9}" srcId="{9E6FBCF4-2590-4176-9BBE-653646104E75}" destId="{0597F6A3-7650-4B6C-A093-094EB88343C5}" srcOrd="0" destOrd="0" parTransId="{FCCBBBBA-D440-4900-A8A1-CE7CC4288E9F}" sibTransId="{2EF142A5-8CB4-40B5-9E00-5C510E097FB9}"/>
    <dgm:cxn modelId="{841E608C-D94E-431F-9DF4-0B52FF4F88EE}" srcId="{0816CD83-3419-4CDD-B525-3C4A0787B3AA}" destId="{EEEAC83A-8BB9-43A8-8830-73BD034B00ED}" srcOrd="2" destOrd="0" parTransId="{F750D444-9E23-457C-8F6C-A37C3EB39F2D}" sibTransId="{A6C256BE-B5F4-48C7-85E0-18046E18A8E8}"/>
    <dgm:cxn modelId="{D0E6818D-AD36-4483-8EDA-036E6371DD5C}" srcId="{0816CD83-3419-4CDD-B525-3C4A0787B3AA}" destId="{93ED724C-4298-4E18-B394-4A3F95B806F2}" srcOrd="1" destOrd="0" parTransId="{3C4F5476-FA0F-4947-BCED-3A282A69B562}" sibTransId="{4C671BA0-2CBA-4588-9FBD-F84E637AEEE1}"/>
    <dgm:cxn modelId="{EDFCDC9B-504B-4A67-8FD1-E643B0EF4550}" type="presOf" srcId="{0816CD83-3419-4CDD-B525-3C4A0787B3AA}" destId="{1CFAD9E4-1258-44C9-9285-30183DC1EEE9}" srcOrd="0" destOrd="0" presId="urn:microsoft.com/office/officeart/2005/8/layout/hList1"/>
    <dgm:cxn modelId="{D79DEFA2-93CA-4EE2-BB5C-EF4539AA3CE1}" srcId="{93ED724C-4298-4E18-B394-4A3F95B806F2}" destId="{9F745093-D8B5-45EB-A05D-8FB86A94EF84}" srcOrd="2" destOrd="0" parTransId="{A58F6107-D9E8-4914-850F-FB185AA1242C}" sibTransId="{637CB6CC-2ACF-4550-97E9-94E9C102E5D6}"/>
    <dgm:cxn modelId="{EF888FA3-EDB2-4F8F-94FF-CCC5B09CDC30}" type="presOf" srcId="{71E1210A-BC81-4E68-96A4-834E1DA6F8A4}" destId="{1F0560A9-005C-4D7A-907D-AE72DD5C0465}" srcOrd="0" destOrd="0" presId="urn:microsoft.com/office/officeart/2005/8/layout/hList1"/>
    <dgm:cxn modelId="{ACAF7EA8-6C91-4096-A308-57C452913E31}" srcId="{9E6FBCF4-2590-4176-9BBE-653646104E75}" destId="{78E9DB93-203D-45A7-B3A2-56C8E22BE4CC}" srcOrd="1" destOrd="0" parTransId="{34BE87E2-0294-4FC5-8C5E-9B464017A5DB}" sibTransId="{19C238C5-FCCA-45CC-832E-0D1230095425}"/>
    <dgm:cxn modelId="{D9794CAE-0C28-4954-A9D3-099B713E47FC}" type="presOf" srcId="{9E6FBCF4-2590-4176-9BBE-653646104E75}" destId="{2BAAEA41-AB8D-4826-BD04-DC4A7780DF9A}" srcOrd="0" destOrd="0" presId="urn:microsoft.com/office/officeart/2005/8/layout/hList1"/>
    <dgm:cxn modelId="{F3EB54B4-693E-483D-B053-446E634BBD9D}" type="presOf" srcId="{0597F6A3-7650-4B6C-A093-094EB88343C5}" destId="{8D480C7C-B005-4917-910A-58DEF546B11B}" srcOrd="0" destOrd="0" presId="urn:microsoft.com/office/officeart/2005/8/layout/hList1"/>
    <dgm:cxn modelId="{76D6D8B8-7508-42C7-811E-E6622BA20FAF}" srcId="{9E6FBCF4-2590-4176-9BBE-653646104E75}" destId="{34C1ED62-75C3-48D7-B0D0-5A8374C4C10A}" srcOrd="2" destOrd="0" parTransId="{5E79F1F0-FCD1-4536-B570-0FFCCA497B00}" sibTransId="{C42C0BC1-299E-4399-B2C0-0695A01AD023}"/>
    <dgm:cxn modelId="{98F008BE-3891-4CAA-8CD5-5B2947EAE86C}" type="presOf" srcId="{34C1ED62-75C3-48D7-B0D0-5A8374C4C10A}" destId="{8D480C7C-B005-4917-910A-58DEF546B11B}" srcOrd="0" destOrd="2" presId="urn:microsoft.com/office/officeart/2005/8/layout/hList1"/>
    <dgm:cxn modelId="{6804C5C3-D14F-4AE4-869A-3B4304D6FEEB}" type="presOf" srcId="{EEEAC83A-8BB9-43A8-8830-73BD034B00ED}" destId="{055DB823-A892-43DC-BC74-7F33197CB049}" srcOrd="0" destOrd="0" presId="urn:microsoft.com/office/officeart/2005/8/layout/hList1"/>
    <dgm:cxn modelId="{8C3C82C4-0A46-4F49-BD11-C34A3A93515E}" type="presOf" srcId="{6AEFC175-0C43-4068-B81C-66AF4E201E45}" destId="{1F0560A9-005C-4D7A-907D-AE72DD5C0465}" srcOrd="0" destOrd="1" presId="urn:microsoft.com/office/officeart/2005/8/layout/hList1"/>
    <dgm:cxn modelId="{61CA96CD-BF95-467B-94BE-6E24775720C2}" srcId="{93ED724C-4298-4E18-B394-4A3F95B806F2}" destId="{0720DAF4-6AB4-4DC5-9B3B-48CB42134646}" srcOrd="0" destOrd="0" parTransId="{F6D18B8D-2753-49D0-9E4F-512A52E8355E}" sibTransId="{B308D871-0AC1-4705-A914-FBB2CA862B76}"/>
    <dgm:cxn modelId="{4D4BABD4-9510-446C-8B50-B053B14B6BA2}" type="presOf" srcId="{D19DE3BB-205A-4129-8DBC-E75A9DE4F48F}" destId="{1F0560A9-005C-4D7A-907D-AE72DD5C0465}" srcOrd="0" destOrd="2" presId="urn:microsoft.com/office/officeart/2005/8/layout/hList1"/>
    <dgm:cxn modelId="{6250C7D4-41A4-4991-B361-94DF8B657E6D}" type="presOf" srcId="{9F745093-D8B5-45EB-A05D-8FB86A94EF84}" destId="{B4561F51-7097-47A3-A3B0-CC389B8568E3}" srcOrd="0" destOrd="2" presId="urn:microsoft.com/office/officeart/2005/8/layout/hList1"/>
    <dgm:cxn modelId="{F25DE0DC-D0D6-476D-8641-BDCDA4438306}" srcId="{EEEAC83A-8BB9-43A8-8830-73BD034B00ED}" destId="{6AEFC175-0C43-4068-B81C-66AF4E201E45}" srcOrd="1" destOrd="0" parTransId="{12DCD7D3-7472-4F3E-821F-15B339FCAA3C}" sibTransId="{252EDB4D-2518-4AF2-822C-E38C46B96D42}"/>
    <dgm:cxn modelId="{13564DF6-C5FA-47A3-92C5-EA4A6DFA8239}" srcId="{93ED724C-4298-4E18-B394-4A3F95B806F2}" destId="{C3BA1297-C874-4EBF-BAAC-B5E55ED765FE}" srcOrd="1" destOrd="0" parTransId="{7F0828C1-3A72-49DE-961C-16442576D75D}" sibTransId="{AC2F1282-A8EF-420E-9D4C-3A8B366C7DD8}"/>
    <dgm:cxn modelId="{FA1DB45B-A785-4DA2-AE00-7F89AB9D995E}" type="presParOf" srcId="{1CFAD9E4-1258-44C9-9285-30183DC1EEE9}" destId="{0AF8D838-2670-41E3-9450-14A71EABEFDC}" srcOrd="0" destOrd="0" presId="urn:microsoft.com/office/officeart/2005/8/layout/hList1"/>
    <dgm:cxn modelId="{C3810139-9067-4036-82ED-DF1152F73F10}" type="presParOf" srcId="{0AF8D838-2670-41E3-9450-14A71EABEFDC}" destId="{2BAAEA41-AB8D-4826-BD04-DC4A7780DF9A}" srcOrd="0" destOrd="0" presId="urn:microsoft.com/office/officeart/2005/8/layout/hList1"/>
    <dgm:cxn modelId="{7F4C671B-F627-4D8F-BB4C-C6A332B25BD5}" type="presParOf" srcId="{0AF8D838-2670-41E3-9450-14A71EABEFDC}" destId="{8D480C7C-B005-4917-910A-58DEF546B11B}" srcOrd="1" destOrd="0" presId="urn:microsoft.com/office/officeart/2005/8/layout/hList1"/>
    <dgm:cxn modelId="{66388D4E-FD6B-486F-9419-73B2289EB837}" type="presParOf" srcId="{1CFAD9E4-1258-44C9-9285-30183DC1EEE9}" destId="{12CBEF5E-DB55-46A7-9D94-F88E17B46B3C}" srcOrd="1" destOrd="0" presId="urn:microsoft.com/office/officeart/2005/8/layout/hList1"/>
    <dgm:cxn modelId="{3064EACB-368F-48CA-9519-E60C9BA40DDC}" type="presParOf" srcId="{1CFAD9E4-1258-44C9-9285-30183DC1EEE9}" destId="{85DBB614-C89E-4AD6-A401-15B50D253AC6}" srcOrd="2" destOrd="0" presId="urn:microsoft.com/office/officeart/2005/8/layout/hList1"/>
    <dgm:cxn modelId="{9871231C-3260-48BB-8FAE-3C7C6146893F}" type="presParOf" srcId="{85DBB614-C89E-4AD6-A401-15B50D253AC6}" destId="{E75B9809-88E4-4DCB-9041-5355D5FB5F0C}" srcOrd="0" destOrd="0" presId="urn:microsoft.com/office/officeart/2005/8/layout/hList1"/>
    <dgm:cxn modelId="{306610CF-78EB-46FD-A198-982EE70EDB5D}" type="presParOf" srcId="{85DBB614-C89E-4AD6-A401-15B50D253AC6}" destId="{B4561F51-7097-47A3-A3B0-CC389B8568E3}" srcOrd="1" destOrd="0" presId="urn:microsoft.com/office/officeart/2005/8/layout/hList1"/>
    <dgm:cxn modelId="{A2375C37-FA9F-4E6C-A1EE-4AD637F1707B}" type="presParOf" srcId="{1CFAD9E4-1258-44C9-9285-30183DC1EEE9}" destId="{56FB59E7-EFFD-422D-A6A1-F754386CBBCB}" srcOrd="3" destOrd="0" presId="urn:microsoft.com/office/officeart/2005/8/layout/hList1"/>
    <dgm:cxn modelId="{AB8E3D47-0379-4BD4-BE95-A818C4E3E881}" type="presParOf" srcId="{1CFAD9E4-1258-44C9-9285-30183DC1EEE9}" destId="{EE1C145F-0761-4D5C-B16D-38E718C994C5}" srcOrd="4" destOrd="0" presId="urn:microsoft.com/office/officeart/2005/8/layout/hList1"/>
    <dgm:cxn modelId="{9DC0F554-AECB-43DC-83AA-88462BB121D8}" type="presParOf" srcId="{EE1C145F-0761-4D5C-B16D-38E718C994C5}" destId="{055DB823-A892-43DC-BC74-7F33197CB049}" srcOrd="0" destOrd="0" presId="urn:microsoft.com/office/officeart/2005/8/layout/hList1"/>
    <dgm:cxn modelId="{C3CB6C2A-0D6A-442F-B351-A464C0768D75}" type="presParOf" srcId="{EE1C145F-0761-4D5C-B16D-38E718C994C5}" destId="{1F0560A9-005C-4D7A-907D-AE72DD5C04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DE4053-DF59-455E-A052-32FDBECB7E4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838A3D-2F5F-4614-92E2-B6AA3160E8D0}">
      <dgm:prSet phldrT="[Text]" phldr="0"/>
      <dgm:spPr/>
      <dgm:t>
        <a:bodyPr/>
        <a:lstStyle/>
        <a:p>
          <a:r>
            <a:rPr lang="es-419" dirty="0"/>
            <a:t>Home</a:t>
          </a:r>
          <a:endParaRPr lang="en-US" dirty="0"/>
        </a:p>
      </dgm:t>
    </dgm:pt>
    <dgm:pt modelId="{D965E060-25FA-47C9-A2B6-8C8CE6414491}" type="parTrans" cxnId="{B7AD7B72-1FD2-45E7-9BE7-40E02CD86EFD}">
      <dgm:prSet/>
      <dgm:spPr/>
      <dgm:t>
        <a:bodyPr/>
        <a:lstStyle/>
        <a:p>
          <a:endParaRPr lang="en-US"/>
        </a:p>
      </dgm:t>
    </dgm:pt>
    <dgm:pt modelId="{E84BB30D-80AB-4551-93CA-D7D0DDA55ED0}" type="sibTrans" cxnId="{B7AD7B72-1FD2-45E7-9BE7-40E02CD86EFD}">
      <dgm:prSet/>
      <dgm:spPr/>
      <dgm:t>
        <a:bodyPr/>
        <a:lstStyle/>
        <a:p>
          <a:endParaRPr lang="en-US"/>
        </a:p>
      </dgm:t>
    </dgm:pt>
    <dgm:pt modelId="{4ECF72C1-E71D-4531-909D-4F2846015A85}">
      <dgm:prSet phldrT="[Text]" phldr="0"/>
      <dgm:spPr/>
      <dgm:t>
        <a:bodyPr/>
        <a:lstStyle/>
        <a:p>
          <a:r>
            <a:rPr lang="es-419" dirty="0"/>
            <a:t>Documentos</a:t>
          </a:r>
          <a:endParaRPr lang="en-US" dirty="0"/>
        </a:p>
      </dgm:t>
    </dgm:pt>
    <dgm:pt modelId="{51D6C176-38B7-4A00-802A-7A50619BE01C}" type="parTrans" cxnId="{4532051B-47F1-40AF-82BB-BDF51D8DC754}">
      <dgm:prSet/>
      <dgm:spPr/>
      <dgm:t>
        <a:bodyPr/>
        <a:lstStyle/>
        <a:p>
          <a:endParaRPr lang="en-US"/>
        </a:p>
      </dgm:t>
    </dgm:pt>
    <dgm:pt modelId="{0AD16C75-9DCE-48DD-B420-86AFCEA5D45D}" type="sibTrans" cxnId="{4532051B-47F1-40AF-82BB-BDF51D8DC754}">
      <dgm:prSet/>
      <dgm:spPr/>
      <dgm:t>
        <a:bodyPr/>
        <a:lstStyle/>
        <a:p>
          <a:endParaRPr lang="en-US"/>
        </a:p>
      </dgm:t>
    </dgm:pt>
    <dgm:pt modelId="{DB3B0B32-6B3E-4E0E-B7B8-C981283D7B47}">
      <dgm:prSet phldrT="[Text]" phldr="0"/>
      <dgm:spPr/>
      <dgm:t>
        <a:bodyPr/>
        <a:lstStyle/>
        <a:p>
          <a:r>
            <a:rPr lang="es-419" dirty="0"/>
            <a:t>Descargas</a:t>
          </a:r>
          <a:endParaRPr lang="en-US" dirty="0"/>
        </a:p>
      </dgm:t>
    </dgm:pt>
    <dgm:pt modelId="{BD813744-AF9E-457E-8C54-3A737D688890}" type="parTrans" cxnId="{F3C61E71-6EF7-4C01-87A3-F5CB5DF0FA7C}">
      <dgm:prSet/>
      <dgm:spPr/>
      <dgm:t>
        <a:bodyPr/>
        <a:lstStyle/>
        <a:p>
          <a:endParaRPr lang="en-US"/>
        </a:p>
      </dgm:t>
    </dgm:pt>
    <dgm:pt modelId="{A12BB1C6-EC6D-4200-9FA0-635DAEF47AF4}" type="sibTrans" cxnId="{F3C61E71-6EF7-4C01-87A3-F5CB5DF0FA7C}">
      <dgm:prSet/>
      <dgm:spPr/>
      <dgm:t>
        <a:bodyPr/>
        <a:lstStyle/>
        <a:p>
          <a:endParaRPr lang="en-US"/>
        </a:p>
      </dgm:t>
    </dgm:pt>
    <dgm:pt modelId="{54561408-DE20-4340-ABFA-BE265D80FFD0}">
      <dgm:prSet phldrT="[Text]" phldr="0"/>
      <dgm:spPr/>
      <dgm:t>
        <a:bodyPr/>
        <a:lstStyle/>
        <a:p>
          <a:r>
            <a:rPr lang="es-419" dirty="0"/>
            <a:t>Imágenes</a:t>
          </a:r>
          <a:endParaRPr lang="en-US" dirty="0"/>
        </a:p>
      </dgm:t>
    </dgm:pt>
    <dgm:pt modelId="{AAC04CB2-A2A4-4545-A336-8E6D06E6E9EF}" type="parTrans" cxnId="{723CC6B4-8205-456E-8132-A26D4D0D463F}">
      <dgm:prSet/>
      <dgm:spPr/>
      <dgm:t>
        <a:bodyPr/>
        <a:lstStyle/>
        <a:p>
          <a:endParaRPr lang="en-US"/>
        </a:p>
      </dgm:t>
    </dgm:pt>
    <dgm:pt modelId="{F2C52E69-3B71-4A91-90BD-AF6A79E49CE7}" type="sibTrans" cxnId="{723CC6B4-8205-456E-8132-A26D4D0D463F}">
      <dgm:prSet/>
      <dgm:spPr/>
      <dgm:t>
        <a:bodyPr/>
        <a:lstStyle/>
        <a:p>
          <a:endParaRPr lang="en-US"/>
        </a:p>
      </dgm:t>
    </dgm:pt>
    <dgm:pt modelId="{CED11D8D-07F1-4CDB-800C-9ED52069F24F}">
      <dgm:prSet phldrT="[Text]" phldr="0"/>
      <dgm:spPr/>
      <dgm:t>
        <a:bodyPr/>
        <a:lstStyle/>
        <a:p>
          <a:r>
            <a:rPr lang="es-419" dirty="0"/>
            <a:t>Proyectos</a:t>
          </a:r>
          <a:endParaRPr lang="en-US" dirty="0"/>
        </a:p>
      </dgm:t>
    </dgm:pt>
    <dgm:pt modelId="{D3F1D7A4-F8F3-437B-96CA-A3C1F4D93C62}" type="parTrans" cxnId="{8E3FE7DB-0B49-4801-BD5D-3C5C3FBE6C70}">
      <dgm:prSet/>
      <dgm:spPr/>
      <dgm:t>
        <a:bodyPr/>
        <a:lstStyle/>
        <a:p>
          <a:endParaRPr lang="en-US"/>
        </a:p>
      </dgm:t>
    </dgm:pt>
    <dgm:pt modelId="{17CE508C-3F43-4500-BA3A-593F4A0A10E4}" type="sibTrans" cxnId="{8E3FE7DB-0B49-4801-BD5D-3C5C3FBE6C70}">
      <dgm:prSet/>
      <dgm:spPr/>
      <dgm:t>
        <a:bodyPr/>
        <a:lstStyle/>
        <a:p>
          <a:endParaRPr lang="en-US"/>
        </a:p>
      </dgm:t>
    </dgm:pt>
    <dgm:pt modelId="{B9A9CE83-3A97-4A2D-9C14-6B73A68C03D4}" type="pres">
      <dgm:prSet presAssocID="{34DE4053-DF59-455E-A052-32FDBECB7E4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DC80487-44AC-4B05-9961-A729DBA86DB2}" type="pres">
      <dgm:prSet presAssocID="{C8838A3D-2F5F-4614-92E2-B6AA3160E8D0}" presName="hierRoot1" presStyleCnt="0">
        <dgm:presLayoutVars>
          <dgm:hierBranch val="init"/>
        </dgm:presLayoutVars>
      </dgm:prSet>
      <dgm:spPr/>
    </dgm:pt>
    <dgm:pt modelId="{BDFEC24F-3F76-4A7C-961F-141F0F774B3E}" type="pres">
      <dgm:prSet presAssocID="{C8838A3D-2F5F-4614-92E2-B6AA3160E8D0}" presName="rootComposite1" presStyleCnt="0"/>
      <dgm:spPr/>
    </dgm:pt>
    <dgm:pt modelId="{C44F6687-F9B4-4B21-BF7A-ED4763EF997A}" type="pres">
      <dgm:prSet presAssocID="{C8838A3D-2F5F-4614-92E2-B6AA3160E8D0}" presName="rootText1" presStyleLbl="node0" presStyleIdx="0" presStyleCnt="1">
        <dgm:presLayoutVars>
          <dgm:chPref val="3"/>
        </dgm:presLayoutVars>
      </dgm:prSet>
      <dgm:spPr/>
    </dgm:pt>
    <dgm:pt modelId="{7E027232-43D6-4434-A594-827CCA99415D}" type="pres">
      <dgm:prSet presAssocID="{C8838A3D-2F5F-4614-92E2-B6AA3160E8D0}" presName="rootConnector1" presStyleLbl="node1" presStyleIdx="0" presStyleCnt="0"/>
      <dgm:spPr/>
    </dgm:pt>
    <dgm:pt modelId="{D80EBBBC-9FD5-48C8-ABE9-584D6E189286}" type="pres">
      <dgm:prSet presAssocID="{C8838A3D-2F5F-4614-92E2-B6AA3160E8D0}" presName="hierChild2" presStyleCnt="0"/>
      <dgm:spPr/>
    </dgm:pt>
    <dgm:pt modelId="{35D0400E-391C-4BF4-B8DC-7DEADC68F351}" type="pres">
      <dgm:prSet presAssocID="{51D6C176-38B7-4A00-802A-7A50619BE01C}" presName="Name37" presStyleLbl="parChTrans1D2" presStyleIdx="0" presStyleCnt="3"/>
      <dgm:spPr/>
    </dgm:pt>
    <dgm:pt modelId="{4D9248FD-6A24-47AA-B04D-28FF31B1101F}" type="pres">
      <dgm:prSet presAssocID="{4ECF72C1-E71D-4531-909D-4F2846015A85}" presName="hierRoot2" presStyleCnt="0">
        <dgm:presLayoutVars>
          <dgm:hierBranch val="init"/>
        </dgm:presLayoutVars>
      </dgm:prSet>
      <dgm:spPr/>
    </dgm:pt>
    <dgm:pt modelId="{17D51ABA-7D2D-402E-8B97-65F23AE65C75}" type="pres">
      <dgm:prSet presAssocID="{4ECF72C1-E71D-4531-909D-4F2846015A85}" presName="rootComposite" presStyleCnt="0"/>
      <dgm:spPr/>
    </dgm:pt>
    <dgm:pt modelId="{BD8CB05E-B6DB-43E5-A01C-CB8E9EAF2CBA}" type="pres">
      <dgm:prSet presAssocID="{4ECF72C1-E71D-4531-909D-4F2846015A85}" presName="rootText" presStyleLbl="node2" presStyleIdx="0" presStyleCnt="3">
        <dgm:presLayoutVars>
          <dgm:chPref val="3"/>
        </dgm:presLayoutVars>
      </dgm:prSet>
      <dgm:spPr/>
    </dgm:pt>
    <dgm:pt modelId="{474B01D2-6F27-4C6D-B9BF-A97579F8B36D}" type="pres">
      <dgm:prSet presAssocID="{4ECF72C1-E71D-4531-909D-4F2846015A85}" presName="rootConnector" presStyleLbl="node2" presStyleIdx="0" presStyleCnt="3"/>
      <dgm:spPr/>
    </dgm:pt>
    <dgm:pt modelId="{4EECAC4C-8921-4381-9161-CC792DFC7368}" type="pres">
      <dgm:prSet presAssocID="{4ECF72C1-E71D-4531-909D-4F2846015A85}" presName="hierChild4" presStyleCnt="0"/>
      <dgm:spPr/>
    </dgm:pt>
    <dgm:pt modelId="{5E1A5ECB-6AA3-49D6-8D6C-5A287B599EBC}" type="pres">
      <dgm:prSet presAssocID="{D3F1D7A4-F8F3-437B-96CA-A3C1F4D93C62}" presName="Name37" presStyleLbl="parChTrans1D3" presStyleIdx="0" presStyleCnt="1"/>
      <dgm:spPr/>
    </dgm:pt>
    <dgm:pt modelId="{258B1B7A-6193-4AC5-8832-5C04A3110088}" type="pres">
      <dgm:prSet presAssocID="{CED11D8D-07F1-4CDB-800C-9ED52069F24F}" presName="hierRoot2" presStyleCnt="0">
        <dgm:presLayoutVars>
          <dgm:hierBranch val="init"/>
        </dgm:presLayoutVars>
      </dgm:prSet>
      <dgm:spPr/>
    </dgm:pt>
    <dgm:pt modelId="{9EBAE45E-9958-45F9-887D-C04A3EC9EC55}" type="pres">
      <dgm:prSet presAssocID="{CED11D8D-07F1-4CDB-800C-9ED52069F24F}" presName="rootComposite" presStyleCnt="0"/>
      <dgm:spPr/>
    </dgm:pt>
    <dgm:pt modelId="{CF5CD9A6-672B-4195-B9FD-03D0B7DD850B}" type="pres">
      <dgm:prSet presAssocID="{CED11D8D-07F1-4CDB-800C-9ED52069F24F}" presName="rootText" presStyleLbl="node3" presStyleIdx="0" presStyleCnt="1">
        <dgm:presLayoutVars>
          <dgm:chPref val="3"/>
        </dgm:presLayoutVars>
      </dgm:prSet>
      <dgm:spPr/>
    </dgm:pt>
    <dgm:pt modelId="{668A7B60-866D-4368-B678-372028C61396}" type="pres">
      <dgm:prSet presAssocID="{CED11D8D-07F1-4CDB-800C-9ED52069F24F}" presName="rootConnector" presStyleLbl="node3" presStyleIdx="0" presStyleCnt="1"/>
      <dgm:spPr/>
    </dgm:pt>
    <dgm:pt modelId="{7876E5A7-FAEB-4278-848A-35147B45EFBF}" type="pres">
      <dgm:prSet presAssocID="{CED11D8D-07F1-4CDB-800C-9ED52069F24F}" presName="hierChild4" presStyleCnt="0"/>
      <dgm:spPr/>
    </dgm:pt>
    <dgm:pt modelId="{B91A5460-FA78-4ACE-BC69-E5AEC9CD692D}" type="pres">
      <dgm:prSet presAssocID="{CED11D8D-07F1-4CDB-800C-9ED52069F24F}" presName="hierChild5" presStyleCnt="0"/>
      <dgm:spPr/>
    </dgm:pt>
    <dgm:pt modelId="{487A6887-F267-4BC3-8F94-90FB6106063E}" type="pres">
      <dgm:prSet presAssocID="{4ECF72C1-E71D-4531-909D-4F2846015A85}" presName="hierChild5" presStyleCnt="0"/>
      <dgm:spPr/>
    </dgm:pt>
    <dgm:pt modelId="{2157AA3D-A67D-4A74-85C9-7866B61A5652}" type="pres">
      <dgm:prSet presAssocID="{BD813744-AF9E-457E-8C54-3A737D688890}" presName="Name37" presStyleLbl="parChTrans1D2" presStyleIdx="1" presStyleCnt="3"/>
      <dgm:spPr/>
    </dgm:pt>
    <dgm:pt modelId="{6A7143D2-D72D-48D1-B527-825AC4427D90}" type="pres">
      <dgm:prSet presAssocID="{DB3B0B32-6B3E-4E0E-B7B8-C981283D7B47}" presName="hierRoot2" presStyleCnt="0">
        <dgm:presLayoutVars>
          <dgm:hierBranch val="init"/>
        </dgm:presLayoutVars>
      </dgm:prSet>
      <dgm:spPr/>
    </dgm:pt>
    <dgm:pt modelId="{C2ED4651-7380-4504-BA40-EA2F631F4C74}" type="pres">
      <dgm:prSet presAssocID="{DB3B0B32-6B3E-4E0E-B7B8-C981283D7B47}" presName="rootComposite" presStyleCnt="0"/>
      <dgm:spPr/>
    </dgm:pt>
    <dgm:pt modelId="{A04F6F46-C67E-4BF5-93E6-9A7170A7F8E0}" type="pres">
      <dgm:prSet presAssocID="{DB3B0B32-6B3E-4E0E-B7B8-C981283D7B47}" presName="rootText" presStyleLbl="node2" presStyleIdx="1" presStyleCnt="3">
        <dgm:presLayoutVars>
          <dgm:chPref val="3"/>
        </dgm:presLayoutVars>
      </dgm:prSet>
      <dgm:spPr/>
    </dgm:pt>
    <dgm:pt modelId="{6138B097-7FCD-486F-AAA6-6920C072A941}" type="pres">
      <dgm:prSet presAssocID="{DB3B0B32-6B3E-4E0E-B7B8-C981283D7B47}" presName="rootConnector" presStyleLbl="node2" presStyleIdx="1" presStyleCnt="3"/>
      <dgm:spPr/>
    </dgm:pt>
    <dgm:pt modelId="{8D5472B8-9DE1-4985-8977-1723FD159CB6}" type="pres">
      <dgm:prSet presAssocID="{DB3B0B32-6B3E-4E0E-B7B8-C981283D7B47}" presName="hierChild4" presStyleCnt="0"/>
      <dgm:spPr/>
    </dgm:pt>
    <dgm:pt modelId="{B18AF5B6-934E-4CB0-9A52-83520F2D3323}" type="pres">
      <dgm:prSet presAssocID="{DB3B0B32-6B3E-4E0E-B7B8-C981283D7B47}" presName="hierChild5" presStyleCnt="0"/>
      <dgm:spPr/>
    </dgm:pt>
    <dgm:pt modelId="{FE9B9D28-4B9D-46C8-8285-F11D939C5A8E}" type="pres">
      <dgm:prSet presAssocID="{AAC04CB2-A2A4-4545-A336-8E6D06E6E9EF}" presName="Name37" presStyleLbl="parChTrans1D2" presStyleIdx="2" presStyleCnt="3"/>
      <dgm:spPr/>
    </dgm:pt>
    <dgm:pt modelId="{2A5AA93A-9C52-4D84-83F8-F4C998A44CA4}" type="pres">
      <dgm:prSet presAssocID="{54561408-DE20-4340-ABFA-BE265D80FFD0}" presName="hierRoot2" presStyleCnt="0">
        <dgm:presLayoutVars>
          <dgm:hierBranch val="init"/>
        </dgm:presLayoutVars>
      </dgm:prSet>
      <dgm:spPr/>
    </dgm:pt>
    <dgm:pt modelId="{E8BF3FD2-D1C9-4D6E-9C09-8C187BD8FEC7}" type="pres">
      <dgm:prSet presAssocID="{54561408-DE20-4340-ABFA-BE265D80FFD0}" presName="rootComposite" presStyleCnt="0"/>
      <dgm:spPr/>
    </dgm:pt>
    <dgm:pt modelId="{2B029D4E-E186-41CC-BB8A-DB2F9144D7A8}" type="pres">
      <dgm:prSet presAssocID="{54561408-DE20-4340-ABFA-BE265D80FFD0}" presName="rootText" presStyleLbl="node2" presStyleIdx="2" presStyleCnt="3">
        <dgm:presLayoutVars>
          <dgm:chPref val="3"/>
        </dgm:presLayoutVars>
      </dgm:prSet>
      <dgm:spPr/>
    </dgm:pt>
    <dgm:pt modelId="{4460274B-41DD-443C-8757-97BC345321D4}" type="pres">
      <dgm:prSet presAssocID="{54561408-DE20-4340-ABFA-BE265D80FFD0}" presName="rootConnector" presStyleLbl="node2" presStyleIdx="2" presStyleCnt="3"/>
      <dgm:spPr/>
    </dgm:pt>
    <dgm:pt modelId="{B3F2F15E-630D-499A-8C61-44157F2F70BC}" type="pres">
      <dgm:prSet presAssocID="{54561408-DE20-4340-ABFA-BE265D80FFD0}" presName="hierChild4" presStyleCnt="0"/>
      <dgm:spPr/>
    </dgm:pt>
    <dgm:pt modelId="{AA8F39E4-89F0-42BB-BEA9-251604B52016}" type="pres">
      <dgm:prSet presAssocID="{54561408-DE20-4340-ABFA-BE265D80FFD0}" presName="hierChild5" presStyleCnt="0"/>
      <dgm:spPr/>
    </dgm:pt>
    <dgm:pt modelId="{032CD8B8-48D7-4BB6-B24E-B69D4446675D}" type="pres">
      <dgm:prSet presAssocID="{C8838A3D-2F5F-4614-92E2-B6AA3160E8D0}" presName="hierChild3" presStyleCnt="0"/>
      <dgm:spPr/>
    </dgm:pt>
  </dgm:ptLst>
  <dgm:cxnLst>
    <dgm:cxn modelId="{9AAB8301-4773-4DA8-8DA4-C7908DE3736E}" type="presOf" srcId="{4ECF72C1-E71D-4531-909D-4F2846015A85}" destId="{BD8CB05E-B6DB-43E5-A01C-CB8E9EAF2CBA}" srcOrd="0" destOrd="0" presId="urn:microsoft.com/office/officeart/2005/8/layout/orgChart1"/>
    <dgm:cxn modelId="{7E931407-7D11-4782-986F-B2B0E8D8D50C}" type="presOf" srcId="{54561408-DE20-4340-ABFA-BE265D80FFD0}" destId="{4460274B-41DD-443C-8757-97BC345321D4}" srcOrd="1" destOrd="0" presId="urn:microsoft.com/office/officeart/2005/8/layout/orgChart1"/>
    <dgm:cxn modelId="{4532051B-47F1-40AF-82BB-BDF51D8DC754}" srcId="{C8838A3D-2F5F-4614-92E2-B6AA3160E8D0}" destId="{4ECF72C1-E71D-4531-909D-4F2846015A85}" srcOrd="0" destOrd="0" parTransId="{51D6C176-38B7-4A00-802A-7A50619BE01C}" sibTransId="{0AD16C75-9DCE-48DD-B420-86AFCEA5D45D}"/>
    <dgm:cxn modelId="{68472D26-E7BD-48E2-8E2C-587555E45C6F}" type="presOf" srcId="{CED11D8D-07F1-4CDB-800C-9ED52069F24F}" destId="{668A7B60-866D-4368-B678-372028C61396}" srcOrd="1" destOrd="0" presId="urn:microsoft.com/office/officeart/2005/8/layout/orgChart1"/>
    <dgm:cxn modelId="{038F184A-5B62-4B7D-BA7F-7ECCC404108D}" type="presOf" srcId="{D3F1D7A4-F8F3-437B-96CA-A3C1F4D93C62}" destId="{5E1A5ECB-6AA3-49D6-8D6C-5A287B599EBC}" srcOrd="0" destOrd="0" presId="urn:microsoft.com/office/officeart/2005/8/layout/orgChart1"/>
    <dgm:cxn modelId="{F3C61E71-6EF7-4C01-87A3-F5CB5DF0FA7C}" srcId="{C8838A3D-2F5F-4614-92E2-B6AA3160E8D0}" destId="{DB3B0B32-6B3E-4E0E-B7B8-C981283D7B47}" srcOrd="1" destOrd="0" parTransId="{BD813744-AF9E-457E-8C54-3A737D688890}" sibTransId="{A12BB1C6-EC6D-4200-9FA0-635DAEF47AF4}"/>
    <dgm:cxn modelId="{B7AD7B72-1FD2-45E7-9BE7-40E02CD86EFD}" srcId="{34DE4053-DF59-455E-A052-32FDBECB7E4A}" destId="{C8838A3D-2F5F-4614-92E2-B6AA3160E8D0}" srcOrd="0" destOrd="0" parTransId="{D965E060-25FA-47C9-A2B6-8C8CE6414491}" sibTransId="{E84BB30D-80AB-4551-93CA-D7D0DDA55ED0}"/>
    <dgm:cxn modelId="{0ED86B53-FE9E-4801-9E6A-2BF3544CCCBF}" type="presOf" srcId="{51D6C176-38B7-4A00-802A-7A50619BE01C}" destId="{35D0400E-391C-4BF4-B8DC-7DEADC68F351}" srcOrd="0" destOrd="0" presId="urn:microsoft.com/office/officeart/2005/8/layout/orgChart1"/>
    <dgm:cxn modelId="{589B9774-49F5-4A20-A686-D9A83DBBEA6C}" type="presOf" srcId="{C8838A3D-2F5F-4614-92E2-B6AA3160E8D0}" destId="{7E027232-43D6-4434-A594-827CCA99415D}" srcOrd="1" destOrd="0" presId="urn:microsoft.com/office/officeart/2005/8/layout/orgChart1"/>
    <dgm:cxn modelId="{BD66C055-7E43-4AF7-9FC7-9721E7864E19}" type="presOf" srcId="{34DE4053-DF59-455E-A052-32FDBECB7E4A}" destId="{B9A9CE83-3A97-4A2D-9C14-6B73A68C03D4}" srcOrd="0" destOrd="0" presId="urn:microsoft.com/office/officeart/2005/8/layout/orgChart1"/>
    <dgm:cxn modelId="{724D0290-FC74-4AB5-ADA9-198CC386BC2B}" type="presOf" srcId="{DB3B0B32-6B3E-4E0E-B7B8-C981283D7B47}" destId="{6138B097-7FCD-486F-AAA6-6920C072A941}" srcOrd="1" destOrd="0" presId="urn:microsoft.com/office/officeart/2005/8/layout/orgChart1"/>
    <dgm:cxn modelId="{544CA899-9836-4302-9DEE-48C30D139BCA}" type="presOf" srcId="{BD813744-AF9E-457E-8C54-3A737D688890}" destId="{2157AA3D-A67D-4A74-85C9-7866B61A5652}" srcOrd="0" destOrd="0" presId="urn:microsoft.com/office/officeart/2005/8/layout/orgChart1"/>
    <dgm:cxn modelId="{977D36AD-2FEC-4AF6-BDCF-CF4B0D10A660}" type="presOf" srcId="{4ECF72C1-E71D-4531-909D-4F2846015A85}" destId="{474B01D2-6F27-4C6D-B9BF-A97579F8B36D}" srcOrd="1" destOrd="0" presId="urn:microsoft.com/office/officeart/2005/8/layout/orgChart1"/>
    <dgm:cxn modelId="{723CC6B4-8205-456E-8132-A26D4D0D463F}" srcId="{C8838A3D-2F5F-4614-92E2-B6AA3160E8D0}" destId="{54561408-DE20-4340-ABFA-BE265D80FFD0}" srcOrd="2" destOrd="0" parTransId="{AAC04CB2-A2A4-4545-A336-8E6D06E6E9EF}" sibTransId="{F2C52E69-3B71-4A91-90BD-AF6A79E49CE7}"/>
    <dgm:cxn modelId="{6181AFB9-3C0D-4F2E-A4EE-B67F799BBA97}" type="presOf" srcId="{CED11D8D-07F1-4CDB-800C-9ED52069F24F}" destId="{CF5CD9A6-672B-4195-B9FD-03D0B7DD850B}" srcOrd="0" destOrd="0" presId="urn:microsoft.com/office/officeart/2005/8/layout/orgChart1"/>
    <dgm:cxn modelId="{381291D7-32FA-4284-958B-52C4E63F40C6}" type="presOf" srcId="{DB3B0B32-6B3E-4E0E-B7B8-C981283D7B47}" destId="{A04F6F46-C67E-4BF5-93E6-9A7170A7F8E0}" srcOrd="0" destOrd="0" presId="urn:microsoft.com/office/officeart/2005/8/layout/orgChart1"/>
    <dgm:cxn modelId="{758F52DB-3D2D-4F0F-BE8F-21170A069768}" type="presOf" srcId="{AAC04CB2-A2A4-4545-A336-8E6D06E6E9EF}" destId="{FE9B9D28-4B9D-46C8-8285-F11D939C5A8E}" srcOrd="0" destOrd="0" presId="urn:microsoft.com/office/officeart/2005/8/layout/orgChart1"/>
    <dgm:cxn modelId="{8E3FE7DB-0B49-4801-BD5D-3C5C3FBE6C70}" srcId="{4ECF72C1-E71D-4531-909D-4F2846015A85}" destId="{CED11D8D-07F1-4CDB-800C-9ED52069F24F}" srcOrd="0" destOrd="0" parTransId="{D3F1D7A4-F8F3-437B-96CA-A3C1F4D93C62}" sibTransId="{17CE508C-3F43-4500-BA3A-593F4A0A10E4}"/>
    <dgm:cxn modelId="{506793F7-EF50-4211-8B7B-C501343BF7C6}" type="presOf" srcId="{54561408-DE20-4340-ABFA-BE265D80FFD0}" destId="{2B029D4E-E186-41CC-BB8A-DB2F9144D7A8}" srcOrd="0" destOrd="0" presId="urn:microsoft.com/office/officeart/2005/8/layout/orgChart1"/>
    <dgm:cxn modelId="{EA8F8EF9-D2BD-42E9-A10E-7AB8707C7060}" type="presOf" srcId="{C8838A3D-2F5F-4614-92E2-B6AA3160E8D0}" destId="{C44F6687-F9B4-4B21-BF7A-ED4763EF997A}" srcOrd="0" destOrd="0" presId="urn:microsoft.com/office/officeart/2005/8/layout/orgChart1"/>
    <dgm:cxn modelId="{93879575-2094-417A-9B69-09C8B88AE3E3}" type="presParOf" srcId="{B9A9CE83-3A97-4A2D-9C14-6B73A68C03D4}" destId="{4DC80487-44AC-4B05-9961-A729DBA86DB2}" srcOrd="0" destOrd="0" presId="urn:microsoft.com/office/officeart/2005/8/layout/orgChart1"/>
    <dgm:cxn modelId="{01B44A39-1C63-4B2B-8354-81CB51B0A6C6}" type="presParOf" srcId="{4DC80487-44AC-4B05-9961-A729DBA86DB2}" destId="{BDFEC24F-3F76-4A7C-961F-141F0F774B3E}" srcOrd="0" destOrd="0" presId="urn:microsoft.com/office/officeart/2005/8/layout/orgChart1"/>
    <dgm:cxn modelId="{A6CC1452-21A0-4096-BC8D-932D0393EEF0}" type="presParOf" srcId="{BDFEC24F-3F76-4A7C-961F-141F0F774B3E}" destId="{C44F6687-F9B4-4B21-BF7A-ED4763EF997A}" srcOrd="0" destOrd="0" presId="urn:microsoft.com/office/officeart/2005/8/layout/orgChart1"/>
    <dgm:cxn modelId="{5E1959E0-102B-42C2-8348-A6DEB21AD64B}" type="presParOf" srcId="{BDFEC24F-3F76-4A7C-961F-141F0F774B3E}" destId="{7E027232-43D6-4434-A594-827CCA99415D}" srcOrd="1" destOrd="0" presId="urn:microsoft.com/office/officeart/2005/8/layout/orgChart1"/>
    <dgm:cxn modelId="{A4C0CAC3-07C7-41CB-98DB-77CD30CA12B3}" type="presParOf" srcId="{4DC80487-44AC-4B05-9961-A729DBA86DB2}" destId="{D80EBBBC-9FD5-48C8-ABE9-584D6E189286}" srcOrd="1" destOrd="0" presId="urn:microsoft.com/office/officeart/2005/8/layout/orgChart1"/>
    <dgm:cxn modelId="{82013D02-A298-438F-A0AE-191253D50E3D}" type="presParOf" srcId="{D80EBBBC-9FD5-48C8-ABE9-584D6E189286}" destId="{35D0400E-391C-4BF4-B8DC-7DEADC68F351}" srcOrd="0" destOrd="0" presId="urn:microsoft.com/office/officeart/2005/8/layout/orgChart1"/>
    <dgm:cxn modelId="{78E95BD7-E70D-4BDA-8DA4-187E26906A9C}" type="presParOf" srcId="{D80EBBBC-9FD5-48C8-ABE9-584D6E189286}" destId="{4D9248FD-6A24-47AA-B04D-28FF31B1101F}" srcOrd="1" destOrd="0" presId="urn:microsoft.com/office/officeart/2005/8/layout/orgChart1"/>
    <dgm:cxn modelId="{78443D5C-D108-4752-A1BA-9B8C178F39CE}" type="presParOf" srcId="{4D9248FD-6A24-47AA-B04D-28FF31B1101F}" destId="{17D51ABA-7D2D-402E-8B97-65F23AE65C75}" srcOrd="0" destOrd="0" presId="urn:microsoft.com/office/officeart/2005/8/layout/orgChart1"/>
    <dgm:cxn modelId="{2111E041-770D-4A76-8647-E6CC508842E0}" type="presParOf" srcId="{17D51ABA-7D2D-402E-8B97-65F23AE65C75}" destId="{BD8CB05E-B6DB-43E5-A01C-CB8E9EAF2CBA}" srcOrd="0" destOrd="0" presId="urn:microsoft.com/office/officeart/2005/8/layout/orgChart1"/>
    <dgm:cxn modelId="{1E5071E5-2EC1-4766-8BD5-3005ACB76928}" type="presParOf" srcId="{17D51ABA-7D2D-402E-8B97-65F23AE65C75}" destId="{474B01D2-6F27-4C6D-B9BF-A97579F8B36D}" srcOrd="1" destOrd="0" presId="urn:microsoft.com/office/officeart/2005/8/layout/orgChart1"/>
    <dgm:cxn modelId="{ECC1D039-E401-4F48-B344-FD35BC700E7F}" type="presParOf" srcId="{4D9248FD-6A24-47AA-B04D-28FF31B1101F}" destId="{4EECAC4C-8921-4381-9161-CC792DFC7368}" srcOrd="1" destOrd="0" presId="urn:microsoft.com/office/officeart/2005/8/layout/orgChart1"/>
    <dgm:cxn modelId="{9BC0B731-D065-4A87-848C-4F9C0672DDCC}" type="presParOf" srcId="{4EECAC4C-8921-4381-9161-CC792DFC7368}" destId="{5E1A5ECB-6AA3-49D6-8D6C-5A287B599EBC}" srcOrd="0" destOrd="0" presId="urn:microsoft.com/office/officeart/2005/8/layout/orgChart1"/>
    <dgm:cxn modelId="{C5D33C32-DD20-43E2-9BBE-4EB09973F8F9}" type="presParOf" srcId="{4EECAC4C-8921-4381-9161-CC792DFC7368}" destId="{258B1B7A-6193-4AC5-8832-5C04A3110088}" srcOrd="1" destOrd="0" presId="urn:microsoft.com/office/officeart/2005/8/layout/orgChart1"/>
    <dgm:cxn modelId="{45563D6B-B5F1-4878-9567-5430EA54E810}" type="presParOf" srcId="{258B1B7A-6193-4AC5-8832-5C04A3110088}" destId="{9EBAE45E-9958-45F9-887D-C04A3EC9EC55}" srcOrd="0" destOrd="0" presId="urn:microsoft.com/office/officeart/2005/8/layout/orgChart1"/>
    <dgm:cxn modelId="{BCA13BD5-5DF3-4DD5-B861-2226AA4D29D4}" type="presParOf" srcId="{9EBAE45E-9958-45F9-887D-C04A3EC9EC55}" destId="{CF5CD9A6-672B-4195-B9FD-03D0B7DD850B}" srcOrd="0" destOrd="0" presId="urn:microsoft.com/office/officeart/2005/8/layout/orgChart1"/>
    <dgm:cxn modelId="{27E6E107-9643-4B0D-AFDC-8F8E9A2D191F}" type="presParOf" srcId="{9EBAE45E-9958-45F9-887D-C04A3EC9EC55}" destId="{668A7B60-866D-4368-B678-372028C61396}" srcOrd="1" destOrd="0" presId="urn:microsoft.com/office/officeart/2005/8/layout/orgChart1"/>
    <dgm:cxn modelId="{FE2988A5-DD90-4E7B-9CA7-32EB3974DDDF}" type="presParOf" srcId="{258B1B7A-6193-4AC5-8832-5C04A3110088}" destId="{7876E5A7-FAEB-4278-848A-35147B45EFBF}" srcOrd="1" destOrd="0" presId="urn:microsoft.com/office/officeart/2005/8/layout/orgChart1"/>
    <dgm:cxn modelId="{030B9168-9C74-499B-B1AC-90F514DCCC3B}" type="presParOf" srcId="{258B1B7A-6193-4AC5-8832-5C04A3110088}" destId="{B91A5460-FA78-4ACE-BC69-E5AEC9CD692D}" srcOrd="2" destOrd="0" presId="urn:microsoft.com/office/officeart/2005/8/layout/orgChart1"/>
    <dgm:cxn modelId="{8E043A3C-7C53-4BD0-8939-4BEA6E0A6D52}" type="presParOf" srcId="{4D9248FD-6A24-47AA-B04D-28FF31B1101F}" destId="{487A6887-F267-4BC3-8F94-90FB6106063E}" srcOrd="2" destOrd="0" presId="urn:microsoft.com/office/officeart/2005/8/layout/orgChart1"/>
    <dgm:cxn modelId="{E8CF2DFD-E60F-47E6-A1AD-339DB535FF8D}" type="presParOf" srcId="{D80EBBBC-9FD5-48C8-ABE9-584D6E189286}" destId="{2157AA3D-A67D-4A74-85C9-7866B61A5652}" srcOrd="2" destOrd="0" presId="urn:microsoft.com/office/officeart/2005/8/layout/orgChart1"/>
    <dgm:cxn modelId="{7D67455C-EC49-4B66-A642-571AF7CFFA91}" type="presParOf" srcId="{D80EBBBC-9FD5-48C8-ABE9-584D6E189286}" destId="{6A7143D2-D72D-48D1-B527-825AC4427D90}" srcOrd="3" destOrd="0" presId="urn:microsoft.com/office/officeart/2005/8/layout/orgChart1"/>
    <dgm:cxn modelId="{4179D054-A324-4736-9F17-A2640DBE2CDA}" type="presParOf" srcId="{6A7143D2-D72D-48D1-B527-825AC4427D90}" destId="{C2ED4651-7380-4504-BA40-EA2F631F4C74}" srcOrd="0" destOrd="0" presId="urn:microsoft.com/office/officeart/2005/8/layout/orgChart1"/>
    <dgm:cxn modelId="{54E9EA4B-9FA6-48FC-9254-0AD23FDC33BB}" type="presParOf" srcId="{C2ED4651-7380-4504-BA40-EA2F631F4C74}" destId="{A04F6F46-C67E-4BF5-93E6-9A7170A7F8E0}" srcOrd="0" destOrd="0" presId="urn:microsoft.com/office/officeart/2005/8/layout/orgChart1"/>
    <dgm:cxn modelId="{4AD97312-C0C6-46B4-942C-699FB6CAC9C3}" type="presParOf" srcId="{C2ED4651-7380-4504-BA40-EA2F631F4C74}" destId="{6138B097-7FCD-486F-AAA6-6920C072A941}" srcOrd="1" destOrd="0" presId="urn:microsoft.com/office/officeart/2005/8/layout/orgChart1"/>
    <dgm:cxn modelId="{589B2935-FA01-41AF-8F43-E01311C06BB7}" type="presParOf" srcId="{6A7143D2-D72D-48D1-B527-825AC4427D90}" destId="{8D5472B8-9DE1-4985-8977-1723FD159CB6}" srcOrd="1" destOrd="0" presId="urn:microsoft.com/office/officeart/2005/8/layout/orgChart1"/>
    <dgm:cxn modelId="{A400A8AA-86DC-4021-BE56-A0E4907CB358}" type="presParOf" srcId="{6A7143D2-D72D-48D1-B527-825AC4427D90}" destId="{B18AF5B6-934E-4CB0-9A52-83520F2D3323}" srcOrd="2" destOrd="0" presId="urn:microsoft.com/office/officeart/2005/8/layout/orgChart1"/>
    <dgm:cxn modelId="{DBE82478-B315-4B0D-AAFE-2BA3F90754DA}" type="presParOf" srcId="{D80EBBBC-9FD5-48C8-ABE9-584D6E189286}" destId="{FE9B9D28-4B9D-46C8-8285-F11D939C5A8E}" srcOrd="4" destOrd="0" presId="urn:microsoft.com/office/officeart/2005/8/layout/orgChart1"/>
    <dgm:cxn modelId="{1B5C51D9-4DF2-43D0-9BBF-615BBE16284A}" type="presParOf" srcId="{D80EBBBC-9FD5-48C8-ABE9-584D6E189286}" destId="{2A5AA93A-9C52-4D84-83F8-F4C998A44CA4}" srcOrd="5" destOrd="0" presId="urn:microsoft.com/office/officeart/2005/8/layout/orgChart1"/>
    <dgm:cxn modelId="{959C350A-7E3B-417B-ACA9-E92DC57B02BA}" type="presParOf" srcId="{2A5AA93A-9C52-4D84-83F8-F4C998A44CA4}" destId="{E8BF3FD2-D1C9-4D6E-9C09-8C187BD8FEC7}" srcOrd="0" destOrd="0" presId="urn:microsoft.com/office/officeart/2005/8/layout/orgChart1"/>
    <dgm:cxn modelId="{89A8A142-1739-47B9-AD05-63C1525DDAFE}" type="presParOf" srcId="{E8BF3FD2-D1C9-4D6E-9C09-8C187BD8FEC7}" destId="{2B029D4E-E186-41CC-BB8A-DB2F9144D7A8}" srcOrd="0" destOrd="0" presId="urn:microsoft.com/office/officeart/2005/8/layout/orgChart1"/>
    <dgm:cxn modelId="{1FA1B278-4AEC-4159-85FB-B0CFEAFC68D7}" type="presParOf" srcId="{E8BF3FD2-D1C9-4D6E-9C09-8C187BD8FEC7}" destId="{4460274B-41DD-443C-8757-97BC345321D4}" srcOrd="1" destOrd="0" presId="urn:microsoft.com/office/officeart/2005/8/layout/orgChart1"/>
    <dgm:cxn modelId="{82E43665-9704-4B77-8314-B17B4507E67B}" type="presParOf" srcId="{2A5AA93A-9C52-4D84-83F8-F4C998A44CA4}" destId="{B3F2F15E-630D-499A-8C61-44157F2F70BC}" srcOrd="1" destOrd="0" presId="urn:microsoft.com/office/officeart/2005/8/layout/orgChart1"/>
    <dgm:cxn modelId="{E3AF3B1B-1BEC-4598-AA80-E73D5404CC60}" type="presParOf" srcId="{2A5AA93A-9C52-4D84-83F8-F4C998A44CA4}" destId="{AA8F39E4-89F0-42BB-BEA9-251604B52016}" srcOrd="2" destOrd="0" presId="urn:microsoft.com/office/officeart/2005/8/layout/orgChart1"/>
    <dgm:cxn modelId="{D205D750-E406-44B0-AA39-D28CDDBE48A5}" type="presParOf" srcId="{4DC80487-44AC-4B05-9961-A729DBA86DB2}" destId="{032CD8B8-48D7-4BB6-B24E-B69D4446675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AEA41-AB8D-4826-BD04-DC4A7780DF9A}">
      <dsp:nvSpPr>
        <dsp:cNvPr id="0" name=""/>
        <dsp:cNvSpPr/>
      </dsp:nvSpPr>
      <dsp:spPr>
        <a:xfrm>
          <a:off x="3085" y="222315"/>
          <a:ext cx="3008077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700" kern="1200" dirty="0">
              <a:latin typeface="Aptos" panose="020B0004020202020204" pitchFamily="34" charset="0"/>
            </a:rPr>
            <a:t>Físico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3085" y="222315"/>
        <a:ext cx="3008077" cy="777600"/>
      </dsp:txXfrm>
    </dsp:sp>
    <dsp:sp modelId="{8D480C7C-B005-4917-910A-58DEF546B11B}">
      <dsp:nvSpPr>
        <dsp:cNvPr id="0" name=""/>
        <dsp:cNvSpPr/>
      </dsp:nvSpPr>
      <dsp:spPr>
        <a:xfrm>
          <a:off x="3085" y="999915"/>
          <a:ext cx="3008077" cy="28163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Ejecutar</a:t>
          </a:r>
          <a:r>
            <a:rPr lang="en-US" sz="2700" kern="1200" dirty="0">
              <a:latin typeface="Aptos" panose="020B0004020202020204" pitchFamily="34" charset="0"/>
            </a:rPr>
            <a:t> </a:t>
          </a:r>
          <a:r>
            <a:rPr lang="en-US" sz="2700" kern="1200" dirty="0" err="1">
              <a:latin typeface="Aptos" panose="020B0004020202020204" pitchFamily="34" charset="0"/>
            </a:rPr>
            <a:t>simulaciones</a:t>
          </a:r>
          <a:endParaRPr lang="en-US" sz="2700" kern="1200" dirty="0">
            <a:latin typeface="Aptos" panose="020B000402020202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Lanzar</a:t>
          </a:r>
          <a:r>
            <a:rPr lang="en-US" sz="2700" kern="1200" dirty="0">
              <a:latin typeface="Aptos" panose="020B0004020202020204" pitchFamily="34" charset="0"/>
            </a:rPr>
            <a:t> </a:t>
          </a:r>
          <a:r>
            <a:rPr lang="en-US" sz="2700" kern="1200" dirty="0" err="1">
              <a:latin typeface="Aptos" panose="020B0004020202020204" pitchFamily="34" charset="0"/>
            </a:rPr>
            <a:t>programas</a:t>
          </a:r>
          <a:r>
            <a:rPr lang="en-US" sz="2700" kern="1200" dirty="0">
              <a:latin typeface="Aptos" panose="020B0004020202020204" pitchFamily="34" charset="0"/>
            </a:rPr>
            <a:t> </a:t>
          </a:r>
          <a:r>
            <a:rPr lang="en-US" sz="2700" kern="1200" dirty="0" err="1">
              <a:latin typeface="Aptos" panose="020B0004020202020204" pitchFamily="34" charset="0"/>
            </a:rPr>
            <a:t>en</a:t>
          </a:r>
          <a:r>
            <a:rPr lang="en-US" sz="2700" kern="1200" dirty="0">
              <a:latin typeface="Aptos" panose="020B0004020202020204" pitchFamily="34" charset="0"/>
            </a:rPr>
            <a:t> un </a:t>
          </a:r>
          <a:r>
            <a:rPr lang="en-US" sz="2700" kern="1200" dirty="0" err="1">
              <a:latin typeface="Aptos" panose="020B0004020202020204" pitchFamily="34" charset="0"/>
            </a:rPr>
            <a:t>clúster</a:t>
          </a:r>
          <a:endParaRPr lang="en-US" sz="2700" kern="1200" dirty="0">
            <a:latin typeface="Aptos" panose="020B000402020202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Procesar</a:t>
          </a:r>
          <a:r>
            <a:rPr lang="en-US" sz="2700" kern="1200" dirty="0">
              <a:latin typeface="Aptos" panose="020B0004020202020204" pitchFamily="34" charset="0"/>
            </a:rPr>
            <a:t> </a:t>
          </a:r>
          <a:r>
            <a:rPr lang="en-US" sz="2700" kern="1200" dirty="0" err="1">
              <a:latin typeface="Aptos" panose="020B0004020202020204" pitchFamily="34" charset="0"/>
            </a:rPr>
            <a:t>datos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3085" y="999915"/>
        <a:ext cx="3008077" cy="2816369"/>
      </dsp:txXfrm>
    </dsp:sp>
    <dsp:sp modelId="{E75B9809-88E4-4DCB-9041-5355D5FB5F0C}">
      <dsp:nvSpPr>
        <dsp:cNvPr id="0" name=""/>
        <dsp:cNvSpPr/>
      </dsp:nvSpPr>
      <dsp:spPr>
        <a:xfrm>
          <a:off x="3432292" y="222315"/>
          <a:ext cx="3008077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700" kern="1200" dirty="0">
              <a:latin typeface="Aptos" panose="020B0004020202020204" pitchFamily="34" charset="0"/>
            </a:rPr>
            <a:t>Ingeniero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3432292" y="222315"/>
        <a:ext cx="3008077" cy="777600"/>
      </dsp:txXfrm>
    </dsp:sp>
    <dsp:sp modelId="{B4561F51-7097-47A3-A3B0-CC389B8568E3}">
      <dsp:nvSpPr>
        <dsp:cNvPr id="0" name=""/>
        <dsp:cNvSpPr/>
      </dsp:nvSpPr>
      <dsp:spPr>
        <a:xfrm>
          <a:off x="3432292" y="999915"/>
          <a:ext cx="3008077" cy="28163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Programar</a:t>
          </a:r>
          <a:endParaRPr lang="en-US" sz="2700" kern="1200" dirty="0">
            <a:latin typeface="Aptos" panose="020B000402020202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>
              <a:latin typeface="Aptos" panose="020B0004020202020204" pitchFamily="34" charset="0"/>
            </a:rPr>
            <a:t>Usar Git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Instalar</a:t>
          </a:r>
          <a:r>
            <a:rPr lang="en-US" sz="2700" kern="1200" dirty="0">
              <a:latin typeface="Aptos" panose="020B0004020202020204" pitchFamily="34" charset="0"/>
            </a:rPr>
            <a:t> software</a:t>
          </a:r>
        </a:p>
      </dsp:txBody>
      <dsp:txXfrm>
        <a:off x="3432292" y="999915"/>
        <a:ext cx="3008077" cy="2816369"/>
      </dsp:txXfrm>
    </dsp:sp>
    <dsp:sp modelId="{055DB823-A892-43DC-BC74-7F33197CB049}">
      <dsp:nvSpPr>
        <dsp:cNvPr id="0" name=""/>
        <dsp:cNvSpPr/>
      </dsp:nvSpPr>
      <dsp:spPr>
        <a:xfrm>
          <a:off x="6861500" y="222315"/>
          <a:ext cx="3008077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700" kern="1200" dirty="0">
              <a:latin typeface="Aptos" panose="020B0004020202020204" pitchFamily="34" charset="0"/>
            </a:rPr>
            <a:t>Científico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6861500" y="222315"/>
        <a:ext cx="3008077" cy="777600"/>
      </dsp:txXfrm>
    </dsp:sp>
    <dsp:sp modelId="{1F0560A9-005C-4D7A-907D-AE72DD5C0465}">
      <dsp:nvSpPr>
        <dsp:cNvPr id="0" name=""/>
        <dsp:cNvSpPr/>
      </dsp:nvSpPr>
      <dsp:spPr>
        <a:xfrm>
          <a:off x="6861500" y="999915"/>
          <a:ext cx="3008077" cy="28163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Ejecutar</a:t>
          </a:r>
          <a:r>
            <a:rPr lang="en-US" sz="2700" kern="1200" dirty="0">
              <a:latin typeface="Aptos" panose="020B0004020202020204" pitchFamily="34" charset="0"/>
            </a:rPr>
            <a:t> scripts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Administrar</a:t>
          </a:r>
          <a:r>
            <a:rPr lang="en-US" sz="2700" kern="1200" dirty="0">
              <a:latin typeface="Aptos" panose="020B0004020202020204" pitchFamily="34" charset="0"/>
            </a:rPr>
            <a:t> ambientes </a:t>
          </a:r>
          <a:r>
            <a:rPr lang="en-US" sz="2700" kern="1200" dirty="0" err="1">
              <a:latin typeface="Aptos" panose="020B0004020202020204" pitchFamily="34" charset="0"/>
            </a:rPr>
            <a:t>virtuales</a:t>
          </a:r>
          <a:endParaRPr lang="en-US" sz="2700" kern="1200" dirty="0">
            <a:latin typeface="Aptos" panose="020B000402020202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 dirty="0" err="1">
              <a:latin typeface="Aptos" panose="020B0004020202020204" pitchFamily="34" charset="0"/>
            </a:rPr>
            <a:t>Trabajar</a:t>
          </a:r>
          <a:r>
            <a:rPr lang="en-US" sz="2700" kern="1200" dirty="0">
              <a:latin typeface="Aptos" panose="020B0004020202020204" pitchFamily="34" charset="0"/>
            </a:rPr>
            <a:t> con </a:t>
          </a:r>
          <a:r>
            <a:rPr lang="en-US" sz="2700" kern="1200" dirty="0" err="1">
              <a:latin typeface="Aptos" panose="020B0004020202020204" pitchFamily="34" charset="0"/>
            </a:rPr>
            <a:t>servidores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6861500" y="999915"/>
        <a:ext cx="3008077" cy="2816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B9D28-4B9D-46C8-8285-F11D939C5A8E}">
      <dsp:nvSpPr>
        <dsp:cNvPr id="0" name=""/>
        <dsp:cNvSpPr/>
      </dsp:nvSpPr>
      <dsp:spPr>
        <a:xfrm>
          <a:off x="4936331" y="1051918"/>
          <a:ext cx="2544633" cy="441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15"/>
              </a:lnTo>
              <a:lnTo>
                <a:pt x="2544633" y="220815"/>
              </a:lnTo>
              <a:lnTo>
                <a:pt x="2544633" y="441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57AA3D-A67D-4A74-85C9-7866B61A5652}">
      <dsp:nvSpPr>
        <dsp:cNvPr id="0" name=""/>
        <dsp:cNvSpPr/>
      </dsp:nvSpPr>
      <dsp:spPr>
        <a:xfrm>
          <a:off x="4890611" y="1051918"/>
          <a:ext cx="91440" cy="4416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1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1A5ECB-6AA3-49D6-8D6C-5A287B599EBC}">
      <dsp:nvSpPr>
        <dsp:cNvPr id="0" name=""/>
        <dsp:cNvSpPr/>
      </dsp:nvSpPr>
      <dsp:spPr>
        <a:xfrm>
          <a:off x="1550497" y="2545050"/>
          <a:ext cx="315450" cy="9673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7381"/>
              </a:lnTo>
              <a:lnTo>
                <a:pt x="315450" y="967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0400E-391C-4BF4-B8DC-7DEADC68F351}">
      <dsp:nvSpPr>
        <dsp:cNvPr id="0" name=""/>
        <dsp:cNvSpPr/>
      </dsp:nvSpPr>
      <dsp:spPr>
        <a:xfrm>
          <a:off x="2391698" y="1051918"/>
          <a:ext cx="2544633" cy="441630"/>
        </a:xfrm>
        <a:custGeom>
          <a:avLst/>
          <a:gdLst/>
          <a:ahLst/>
          <a:cxnLst/>
          <a:rect l="0" t="0" r="0" b="0"/>
          <a:pathLst>
            <a:path>
              <a:moveTo>
                <a:pt x="2544633" y="0"/>
              </a:moveTo>
              <a:lnTo>
                <a:pt x="2544633" y="220815"/>
              </a:lnTo>
              <a:lnTo>
                <a:pt x="0" y="220815"/>
              </a:lnTo>
              <a:lnTo>
                <a:pt x="0" y="441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4F6687-F9B4-4B21-BF7A-ED4763EF997A}">
      <dsp:nvSpPr>
        <dsp:cNvPr id="0" name=""/>
        <dsp:cNvSpPr/>
      </dsp:nvSpPr>
      <dsp:spPr>
        <a:xfrm>
          <a:off x="3884830" y="417"/>
          <a:ext cx="2103002" cy="1051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000" kern="1200" dirty="0"/>
            <a:t>Home</a:t>
          </a:r>
          <a:endParaRPr lang="en-US" sz="3000" kern="1200" dirty="0"/>
        </a:p>
      </dsp:txBody>
      <dsp:txXfrm>
        <a:off x="3884830" y="417"/>
        <a:ext cx="2103002" cy="1051501"/>
      </dsp:txXfrm>
    </dsp:sp>
    <dsp:sp modelId="{BD8CB05E-B6DB-43E5-A01C-CB8E9EAF2CBA}">
      <dsp:nvSpPr>
        <dsp:cNvPr id="0" name=""/>
        <dsp:cNvSpPr/>
      </dsp:nvSpPr>
      <dsp:spPr>
        <a:xfrm>
          <a:off x="1340197" y="1493549"/>
          <a:ext cx="2103002" cy="1051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000" kern="1200" dirty="0"/>
            <a:t>Documentos</a:t>
          </a:r>
          <a:endParaRPr lang="en-US" sz="3000" kern="1200" dirty="0"/>
        </a:p>
      </dsp:txBody>
      <dsp:txXfrm>
        <a:off x="1340197" y="1493549"/>
        <a:ext cx="2103002" cy="1051501"/>
      </dsp:txXfrm>
    </dsp:sp>
    <dsp:sp modelId="{CF5CD9A6-672B-4195-B9FD-03D0B7DD850B}">
      <dsp:nvSpPr>
        <dsp:cNvPr id="0" name=""/>
        <dsp:cNvSpPr/>
      </dsp:nvSpPr>
      <dsp:spPr>
        <a:xfrm>
          <a:off x="1865947" y="2986681"/>
          <a:ext cx="2103002" cy="1051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000" kern="1200" dirty="0"/>
            <a:t>Proyectos</a:t>
          </a:r>
          <a:endParaRPr lang="en-US" sz="3000" kern="1200" dirty="0"/>
        </a:p>
      </dsp:txBody>
      <dsp:txXfrm>
        <a:off x="1865947" y="2986681"/>
        <a:ext cx="2103002" cy="1051501"/>
      </dsp:txXfrm>
    </dsp:sp>
    <dsp:sp modelId="{A04F6F46-C67E-4BF5-93E6-9A7170A7F8E0}">
      <dsp:nvSpPr>
        <dsp:cNvPr id="0" name=""/>
        <dsp:cNvSpPr/>
      </dsp:nvSpPr>
      <dsp:spPr>
        <a:xfrm>
          <a:off x="3884830" y="1493549"/>
          <a:ext cx="2103002" cy="1051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000" kern="1200" dirty="0"/>
            <a:t>Descargas</a:t>
          </a:r>
          <a:endParaRPr lang="en-US" sz="3000" kern="1200" dirty="0"/>
        </a:p>
      </dsp:txBody>
      <dsp:txXfrm>
        <a:off x="3884830" y="1493549"/>
        <a:ext cx="2103002" cy="1051501"/>
      </dsp:txXfrm>
    </dsp:sp>
    <dsp:sp modelId="{2B029D4E-E186-41CC-BB8A-DB2F9144D7A8}">
      <dsp:nvSpPr>
        <dsp:cNvPr id="0" name=""/>
        <dsp:cNvSpPr/>
      </dsp:nvSpPr>
      <dsp:spPr>
        <a:xfrm>
          <a:off x="6429463" y="1493549"/>
          <a:ext cx="2103002" cy="1051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000" kern="1200" dirty="0"/>
            <a:t>Imágenes</a:t>
          </a:r>
          <a:endParaRPr lang="en-US" sz="3000" kern="1200" dirty="0"/>
        </a:p>
      </dsp:txBody>
      <dsp:txXfrm>
        <a:off x="6429463" y="1493549"/>
        <a:ext cx="2103002" cy="10515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003E8-B93F-4EE3-B946-D43C621E4A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0F925-CD5E-4FCA-8803-E283333A0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5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3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56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8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4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4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0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8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9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4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3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910369D-4B07-4E9A-ABBC-EE1195E331E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57A1F52-AE63-4B8F-BDC3-6A6048D5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6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F192-6EF8-ADBD-3CEE-F40AB5FAB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419" sz="6000" dirty="0"/>
              <a:t>Primeros pasos con </a:t>
            </a:r>
            <a:r>
              <a:rPr lang="es-419" sz="6000" dirty="0" err="1"/>
              <a:t>bash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02394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6A3AB-D5F2-7CE0-5913-185E57DC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¿Por </a:t>
            </a:r>
            <a:r>
              <a:rPr lang="en-US" dirty="0" err="1">
                <a:latin typeface="Aptos" panose="020B0004020202020204" pitchFamily="34" charset="0"/>
              </a:rPr>
              <a:t>qué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existe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este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curso</a:t>
            </a:r>
            <a:r>
              <a:rPr lang="en-US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8EB3-A178-4C39-1D88-96D0B1FF4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>
                <a:latin typeface="Aptos" panose="020B0004020202020204" pitchFamily="34" charset="0"/>
              </a:rPr>
              <a:t>Se </a:t>
            </a:r>
            <a:r>
              <a:rPr lang="en-US" b="1" dirty="0" err="1">
                <a:latin typeface="Aptos" panose="020B0004020202020204" pitchFamily="34" charset="0"/>
              </a:rPr>
              <a:t>utilizan</a:t>
            </a:r>
            <a:r>
              <a:rPr lang="en-US" b="1" dirty="0">
                <a:latin typeface="Aptos" panose="020B0004020202020204" pitchFamily="34" charset="0"/>
              </a:rPr>
              <a:t> </a:t>
            </a:r>
            <a:r>
              <a:rPr lang="en-US" b="1" dirty="0" err="1">
                <a:latin typeface="Aptos" panose="020B0004020202020204" pitchFamily="34" charset="0"/>
              </a:rPr>
              <a:t>herramientas</a:t>
            </a:r>
            <a:r>
              <a:rPr lang="en-US" b="1" dirty="0">
                <a:latin typeface="Aptos" panose="020B0004020202020204" pitchFamily="34" charset="0"/>
              </a:rPr>
              <a:t> </a:t>
            </a:r>
            <a:r>
              <a:rPr lang="en-US" b="1" dirty="0" err="1">
                <a:latin typeface="Aptos" panose="020B0004020202020204" pitchFamily="34" charset="0"/>
              </a:rPr>
              <a:t>computacionales</a:t>
            </a:r>
            <a:r>
              <a:rPr lang="en-US" b="1" dirty="0">
                <a:latin typeface="Aptos" panose="020B0004020202020204" pitchFamily="34" charset="0"/>
              </a:rPr>
              <a:t> para</a:t>
            </a:r>
          </a:p>
          <a:p>
            <a:r>
              <a:rPr lang="en-US" dirty="0" err="1">
                <a:latin typeface="Aptos" panose="020B0004020202020204" pitchFamily="34" charset="0"/>
              </a:rPr>
              <a:t>automatizar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tareas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 err="1">
                <a:latin typeface="Aptos" panose="020B0004020202020204" pitchFamily="34" charset="0"/>
              </a:rPr>
              <a:t>analizar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datos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 err="1">
                <a:latin typeface="Aptos" panose="020B0004020202020204" pitchFamily="34" charset="0"/>
              </a:rPr>
              <a:t>ejecutar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programas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 err="1">
                <a:latin typeface="Aptos" panose="020B0004020202020204" pitchFamily="34" charset="0"/>
              </a:rPr>
              <a:t>administrar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archivos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 err="1">
                <a:latin typeface="Aptos" panose="020B0004020202020204" pitchFamily="34" charset="0"/>
              </a:rPr>
              <a:t>trabajar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servidores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 err="1">
                <a:latin typeface="Aptos" panose="020B0004020202020204" pitchFamily="34" charset="0"/>
              </a:rPr>
              <a:t>desarrollar</a:t>
            </a:r>
            <a:r>
              <a:rPr lang="en-US" dirty="0">
                <a:latin typeface="Aptos" panose="020B0004020202020204" pitchFamily="34" charset="0"/>
              </a:rPr>
              <a:t> software </a:t>
            </a:r>
          </a:p>
          <a:p>
            <a:pPr marL="45720" indent="0">
              <a:buNone/>
            </a:pPr>
            <a:r>
              <a:rPr lang="en-US" b="1" dirty="0">
                <a:latin typeface="Aptos" panose="020B0004020202020204" pitchFamily="34" charset="0"/>
              </a:rPr>
              <a:t>Idea principal:</a:t>
            </a:r>
          </a:p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La </a:t>
            </a:r>
            <a:r>
              <a:rPr lang="en-US" dirty="0" err="1">
                <a:latin typeface="Aptos" panose="020B0004020202020204" pitchFamily="34" charset="0"/>
              </a:rPr>
              <a:t>computadora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deja</a:t>
            </a:r>
            <a:r>
              <a:rPr lang="en-US" dirty="0">
                <a:latin typeface="Aptos" panose="020B0004020202020204" pitchFamily="34" charset="0"/>
              </a:rPr>
              <a:t> de ser </a:t>
            </a:r>
            <a:r>
              <a:rPr lang="en-US" dirty="0" err="1">
                <a:latin typeface="Aptos" panose="020B0004020202020204" pitchFamily="34" charset="0"/>
              </a:rPr>
              <a:t>solamente</a:t>
            </a:r>
            <a:r>
              <a:rPr lang="en-US" dirty="0">
                <a:latin typeface="Aptos" panose="020B0004020202020204" pitchFamily="34" charset="0"/>
              </a:rPr>
              <a:t> un </a:t>
            </a:r>
            <a:r>
              <a:rPr lang="en-US" dirty="0" err="1">
                <a:latin typeface="Aptos" panose="020B0004020202020204" pitchFamily="34" charset="0"/>
              </a:rPr>
              <a:t>programa</a:t>
            </a:r>
            <a:r>
              <a:rPr lang="en-US" dirty="0">
                <a:latin typeface="Aptos" panose="020B0004020202020204" pitchFamily="34" charset="0"/>
              </a:rPr>
              <a:t> con </a:t>
            </a:r>
            <a:r>
              <a:rPr lang="en-US" dirty="0" err="1">
                <a:latin typeface="Aptos" panose="020B0004020202020204" pitchFamily="34" charset="0"/>
              </a:rPr>
              <a:t>botones</a:t>
            </a:r>
            <a:r>
              <a:rPr lang="en-US" dirty="0">
                <a:latin typeface="Aptos" panose="020B0004020202020204" pitchFamily="34" charset="0"/>
              </a:rPr>
              <a:t> y se </a:t>
            </a:r>
            <a:r>
              <a:rPr lang="en-US" dirty="0" err="1">
                <a:latin typeface="Aptos" panose="020B0004020202020204" pitchFamily="34" charset="0"/>
              </a:rPr>
              <a:t>convierte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una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herramienta</a:t>
            </a:r>
            <a:r>
              <a:rPr lang="en-US" dirty="0">
                <a:latin typeface="Aptos" panose="020B0004020202020204" pitchFamily="34" charset="0"/>
              </a:rPr>
              <a:t> de trabajo.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6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E85A-6920-F35E-CBC4-1EFD603C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¿</a:t>
            </a:r>
            <a:r>
              <a:rPr lang="en-US" dirty="0" err="1">
                <a:latin typeface="Aptos" panose="020B0004020202020204" pitchFamily="34" charset="0"/>
              </a:rPr>
              <a:t>Qué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aprenderemos</a:t>
            </a:r>
            <a:r>
              <a:rPr lang="en-US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63A8-E3DE-68C6-D7F0-CD08BDBC0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Primera parte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67F62-843C-3906-48C5-9DD9A9E078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Bash </a:t>
            </a:r>
          </a:p>
          <a:p>
            <a:r>
              <a:rPr lang="en-US" dirty="0">
                <a:latin typeface="Aptos" panose="020B0004020202020204" pitchFamily="34" charset="0"/>
              </a:rPr>
              <a:t>Terminal </a:t>
            </a:r>
          </a:p>
          <a:p>
            <a:r>
              <a:rPr lang="en-US" dirty="0">
                <a:latin typeface="Aptos" panose="020B0004020202020204" pitchFamily="34" charset="0"/>
              </a:rPr>
              <a:t>Git </a:t>
            </a:r>
          </a:p>
          <a:p>
            <a:r>
              <a:rPr lang="en-US" dirty="0">
                <a:latin typeface="Aptos" panose="020B0004020202020204" pitchFamily="34" charset="0"/>
              </a:rPr>
              <a:t>GitHub </a:t>
            </a:r>
          </a:p>
          <a:p>
            <a:r>
              <a:rPr lang="en-US" dirty="0">
                <a:latin typeface="Aptos" panose="020B0004020202020204" pitchFamily="34" charset="0"/>
              </a:rPr>
              <a:t>Organización de </a:t>
            </a:r>
            <a:r>
              <a:rPr lang="en-US" dirty="0" err="1">
                <a:latin typeface="Aptos" panose="020B0004020202020204" pitchFamily="34" charset="0"/>
              </a:rPr>
              <a:t>proyectos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A39E3-5853-BE64-3051-259D5EAFE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Segunda parte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F2291-CAD0-A6E0-AFBC-BEB9A98CF25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Python </a:t>
            </a:r>
          </a:p>
          <a:p>
            <a:r>
              <a:rPr lang="en-US" dirty="0">
                <a:latin typeface="Aptos" panose="020B0004020202020204" pitchFamily="34" charset="0"/>
              </a:rPr>
              <a:t>Visual Studio Code </a:t>
            </a:r>
          </a:p>
          <a:p>
            <a:r>
              <a:rPr lang="en-US" dirty="0" err="1">
                <a:latin typeface="Aptos" panose="020B0004020202020204" pitchFamily="34" charset="0"/>
              </a:rPr>
              <a:t>Programación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básica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3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DD58-6D1A-64FE-3A56-21B62205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¿</a:t>
            </a:r>
            <a:r>
              <a:rPr lang="en-US" dirty="0" err="1">
                <a:latin typeface="Aptos" panose="020B0004020202020204" pitchFamily="34" charset="0"/>
              </a:rPr>
              <a:t>Qué</a:t>
            </a:r>
            <a:r>
              <a:rPr lang="en-US" dirty="0">
                <a:latin typeface="Aptos" panose="020B0004020202020204" pitchFamily="34" charset="0"/>
              </a:rPr>
              <a:t> es </a:t>
            </a:r>
            <a:r>
              <a:rPr lang="en-US" dirty="0" err="1">
                <a:latin typeface="Aptos" panose="020B0004020202020204" pitchFamily="34" charset="0"/>
              </a:rPr>
              <a:t>una</a:t>
            </a:r>
            <a:r>
              <a:rPr lang="en-US" dirty="0">
                <a:latin typeface="Aptos" panose="020B0004020202020204" pitchFamily="34" charset="0"/>
              </a:rPr>
              <a:t> terminal?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F8E7-F758-F36B-9D6E-DC878164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4599039" cy="4038600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Una terminal es un </a:t>
            </a:r>
            <a:r>
              <a:rPr lang="en-US" dirty="0" err="1">
                <a:latin typeface="Aptos" panose="020B0004020202020204" pitchFamily="34" charset="0"/>
              </a:rPr>
              <a:t>programa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que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permite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comunicarse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directamente</a:t>
            </a:r>
            <a:r>
              <a:rPr lang="en-US" dirty="0">
                <a:latin typeface="Aptos" panose="020B0004020202020204" pitchFamily="34" charset="0"/>
              </a:rPr>
              <a:t> con el </a:t>
            </a:r>
            <a:r>
              <a:rPr lang="en-US" dirty="0" err="1">
                <a:latin typeface="Aptos" panose="020B0004020202020204" pitchFamily="34" charset="0"/>
              </a:rPr>
              <a:t>sistema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operativo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mediante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comandos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escritos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7CA88-47AE-6A08-A74F-DB4A75B2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373"/>
          <a:stretch>
            <a:fillRect/>
          </a:stretch>
        </p:blipFill>
        <p:spPr>
          <a:xfrm>
            <a:off x="6351641" y="2057400"/>
            <a:ext cx="5038165" cy="367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2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2811-7BC7-5F5B-5C08-01AA0409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¿Por </a:t>
            </a:r>
            <a:r>
              <a:rPr lang="en-US" dirty="0" err="1">
                <a:latin typeface="Aptos" panose="020B0004020202020204" pitchFamily="34" charset="0"/>
              </a:rPr>
              <a:t>qué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aprender</a:t>
            </a:r>
            <a:r>
              <a:rPr lang="en-US" dirty="0">
                <a:latin typeface="Aptos" panose="020B0004020202020204" pitchFamily="34" charset="0"/>
              </a:rPr>
              <a:t> terminal?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5D04E5-7939-6153-8FF1-37A5F8894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173889"/>
              </p:ext>
            </p:extLst>
          </p:nvPr>
        </p:nvGraphicFramePr>
        <p:xfrm>
          <a:off x="1143000" y="2057400"/>
          <a:ext cx="987266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331">
                  <a:extLst>
                    <a:ext uri="{9D8B030D-6E8A-4147-A177-3AD203B41FA5}">
                      <a16:colId xmlns:a16="http://schemas.microsoft.com/office/drawing/2014/main" val="865861983"/>
                    </a:ext>
                  </a:extLst>
                </a:gridCol>
                <a:gridCol w="4936331">
                  <a:extLst>
                    <a:ext uri="{9D8B030D-6E8A-4147-A177-3AD203B41FA5}">
                      <a16:colId xmlns:a16="http://schemas.microsoft.com/office/drawing/2014/main" val="1504557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ptos" panose="020B0004020202020204" pitchFamily="34" charset="0"/>
                        </a:rPr>
                        <a:t>Interfaz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gráfica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Clics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Comandos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63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Más lenta para tareas repetitivas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Muy rápida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319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Difícil automatizar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Automatizable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68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Limitada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ptos" panose="020B0004020202020204" pitchFamily="34" charset="0"/>
                        </a:rPr>
                        <a:t>Muy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poderosa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76671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CB3B38-3C8B-91F4-DF8C-5E2C14DF5FD0}"/>
              </a:ext>
            </a:extLst>
          </p:cNvPr>
          <p:cNvSpPr txBox="1">
            <a:spLocks/>
          </p:cNvSpPr>
          <p:nvPr/>
        </p:nvSpPr>
        <p:spPr>
          <a:xfrm>
            <a:off x="1143000" y="4241799"/>
            <a:ext cx="9872662" cy="100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b="1" dirty="0" err="1">
                <a:latin typeface="Aptos" panose="020B0004020202020204" pitchFamily="34" charset="0"/>
              </a:rPr>
              <a:t>Conclusión</a:t>
            </a:r>
            <a:r>
              <a:rPr lang="en-US" b="1" dirty="0">
                <a:latin typeface="Aptos" panose="020B0004020202020204" pitchFamily="34" charset="0"/>
              </a:rPr>
              <a:t>:</a:t>
            </a:r>
          </a:p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La terminal </a:t>
            </a:r>
            <a:r>
              <a:rPr lang="en-US" dirty="0" err="1">
                <a:latin typeface="Aptos" panose="020B0004020202020204" pitchFamily="34" charset="0"/>
              </a:rPr>
              <a:t>permite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realizar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tareas</a:t>
            </a:r>
            <a:r>
              <a:rPr lang="en-US" dirty="0">
                <a:latin typeface="Aptos" panose="020B0004020202020204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</a:rPr>
              <a:t>manera</a:t>
            </a:r>
            <a:r>
              <a:rPr lang="en-US" dirty="0">
                <a:latin typeface="Aptos" panose="020B0004020202020204" pitchFamily="34" charset="0"/>
              </a:rPr>
              <a:t> mucho </a:t>
            </a:r>
            <a:r>
              <a:rPr lang="en-US" dirty="0" err="1">
                <a:latin typeface="Aptos" panose="020B0004020202020204" pitchFamily="34" charset="0"/>
              </a:rPr>
              <a:t>más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eficiente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120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3131-1BB6-A278-763A-407D6548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¿Dónde se usa?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2CC9AE-35CA-C170-B55F-F4DDB5BEB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501490"/>
              </p:ext>
            </p:extLst>
          </p:nvPr>
        </p:nvGraphicFramePr>
        <p:xfrm>
          <a:off x="1143000" y="2057400"/>
          <a:ext cx="9872663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81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B288-14DF-0D6D-EC72-A0D29A75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Sistema de </a:t>
            </a:r>
            <a:r>
              <a:rPr lang="en-US" dirty="0" err="1">
                <a:latin typeface="Aptos" panose="020B0004020202020204" pitchFamily="34" charset="0"/>
              </a:rPr>
              <a:t>archivos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A06A1E-8F84-8CBB-EA94-C4FE3C413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463660"/>
              </p:ext>
            </p:extLst>
          </p:nvPr>
        </p:nvGraphicFramePr>
        <p:xfrm>
          <a:off x="1143000" y="2057400"/>
          <a:ext cx="9872663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63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0B6A-F8E7-DD7F-EEDE-8E220CF9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Directorio actual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CFF95-E8CF-5F5C-5B21-97CF06799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err="1">
                <a:latin typeface="Aptos" panose="020B0004020202020204" pitchFamily="34" charset="0"/>
              </a:rPr>
              <a:t>Siempre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estamos</a:t>
            </a:r>
            <a:r>
              <a:rPr lang="en-US" dirty="0">
                <a:latin typeface="Aptos" panose="020B0004020202020204" pitchFamily="34" charset="0"/>
              </a:rPr>
              <a:t> "parados" </a:t>
            </a:r>
            <a:r>
              <a:rPr lang="en-US" dirty="0" err="1">
                <a:latin typeface="Aptos" panose="020B0004020202020204" pitchFamily="34" charset="0"/>
              </a:rPr>
              <a:t>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algún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lugar</a:t>
            </a:r>
            <a:r>
              <a:rPr lang="en-US" dirty="0">
                <a:latin typeface="Aptos" panose="020B0004020202020204" pitchFamily="34" charset="0"/>
              </a:rPr>
              <a:t> del </a:t>
            </a:r>
            <a:r>
              <a:rPr lang="en-US" dirty="0" err="1">
                <a:latin typeface="Aptos" panose="020B0004020202020204" pitchFamily="34" charset="0"/>
              </a:rPr>
              <a:t>sistema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marL="4572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45720" indent="0">
              <a:buNone/>
            </a:pPr>
            <a:r>
              <a:rPr lang="en-US" b="1" dirty="0" err="1">
                <a:latin typeface="Aptos" panose="020B0004020202020204" pitchFamily="34" charset="0"/>
              </a:rPr>
              <a:t>Ejemplo</a:t>
            </a:r>
            <a:endParaRPr lang="en-US" b="1" dirty="0">
              <a:latin typeface="Aptos" panose="020B0004020202020204" pitchFamily="34" charset="0"/>
            </a:endParaRPr>
          </a:p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/home/</a:t>
            </a:r>
            <a:r>
              <a:rPr lang="en-US" dirty="0" err="1">
                <a:latin typeface="Aptos" panose="020B0004020202020204" pitchFamily="34" charset="0"/>
              </a:rPr>
              <a:t>susan</a:t>
            </a:r>
            <a:r>
              <a:rPr lang="en-US" dirty="0">
                <a:latin typeface="Aptos" panose="020B0004020202020204" pitchFamily="34" charset="0"/>
              </a:rPr>
              <a:t>/</a:t>
            </a:r>
          </a:p>
          <a:p>
            <a:pPr marL="4572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Todo </a:t>
            </a:r>
            <a:r>
              <a:rPr lang="en-US" dirty="0" err="1">
                <a:latin typeface="Aptos" panose="020B0004020202020204" pitchFamily="34" charset="0"/>
              </a:rPr>
              <a:t>comando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ocurre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desde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allí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3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6F811-E145-E63D-9BDD-D4F5DB0D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125D7F-5B58-D349-18F6-FD9FAC350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EF595-9C70-0C92-4695-1DBF82CA5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287" y="821636"/>
            <a:ext cx="6758457" cy="5197425"/>
          </a:xfrm>
        </p:spPr>
        <p:txBody>
          <a:bodyPr anchor="ctr">
            <a:normAutofit/>
          </a:bodyPr>
          <a:lstStyle/>
          <a:p>
            <a:pPr algn="l"/>
            <a:r>
              <a:rPr lang="es-419" sz="5400" dirty="0">
                <a:solidFill>
                  <a:schemeClr val="tx1"/>
                </a:solidFill>
              </a:rPr>
              <a:t>PRIMER COMANDO</a:t>
            </a:r>
            <a:br>
              <a:rPr lang="es-419" sz="5400" dirty="0">
                <a:solidFill>
                  <a:schemeClr val="tx1"/>
                </a:solidFill>
              </a:rPr>
            </a:br>
            <a:r>
              <a:rPr lang="es-419" sz="5400" dirty="0">
                <a:solidFill>
                  <a:schemeClr val="tx1"/>
                </a:solidFill>
              </a:rPr>
              <a:t>PWD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499F6-6993-06A6-A7F8-E36712A16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39821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35A24-9E2A-27C4-719C-15CB35BF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EAC61F-F0A7-C362-33E0-A00678F7A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E26E8-10B4-4796-BC7C-E341133A8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287" y="821636"/>
            <a:ext cx="6758457" cy="5197425"/>
          </a:xfrm>
        </p:spPr>
        <p:txBody>
          <a:bodyPr anchor="ctr">
            <a:normAutofit/>
          </a:bodyPr>
          <a:lstStyle/>
          <a:p>
            <a:pPr algn="l"/>
            <a:r>
              <a:rPr lang="es-419" sz="5400" dirty="0">
                <a:solidFill>
                  <a:schemeClr val="tx1"/>
                </a:solidFill>
              </a:rPr>
              <a:t>VER ARCHIVOS</a:t>
            </a:r>
            <a:br>
              <a:rPr lang="es-419" sz="5400" dirty="0">
                <a:solidFill>
                  <a:schemeClr val="tx1"/>
                </a:solidFill>
              </a:rPr>
            </a:br>
            <a:r>
              <a:rPr lang="es-419" sz="5400" dirty="0">
                <a:solidFill>
                  <a:schemeClr val="tx1"/>
                </a:solidFill>
              </a:rPr>
              <a:t>LS O LS -L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4A7061-C41A-4437-BE5A-12382A10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39821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F30BB5-7BA0-4D79-B51D-809B0D796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A07DC-90A0-FE57-F26D-CCB0ECA3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287" y="821636"/>
            <a:ext cx="6758457" cy="5197425"/>
          </a:xfrm>
        </p:spPr>
        <p:txBody>
          <a:bodyPr anchor="ctr">
            <a:normAutofit/>
          </a:bodyPr>
          <a:lstStyle/>
          <a:p>
            <a:pPr algn="l"/>
            <a:r>
              <a:rPr lang="es-419" sz="5400" dirty="0">
                <a:solidFill>
                  <a:schemeClr val="tx1"/>
                </a:solidFill>
              </a:rPr>
              <a:t>Cambiar carpeta cd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561C9-F335-45B4-A0DC-68F946099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39821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5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4854C-76A4-946E-23BC-F380BE61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7DAFB4-8C1E-E83C-B826-1F717B20D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AD8F5-0119-463D-A0BE-6CA2FE222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287" y="821636"/>
            <a:ext cx="6758457" cy="5197425"/>
          </a:xfrm>
        </p:spPr>
        <p:txBody>
          <a:bodyPr anchor="ctr">
            <a:normAutofit/>
          </a:bodyPr>
          <a:lstStyle/>
          <a:p>
            <a:pPr algn="l"/>
            <a:r>
              <a:rPr lang="es-419" sz="5400" dirty="0">
                <a:solidFill>
                  <a:schemeClr val="tx1"/>
                </a:solidFill>
              </a:rPr>
              <a:t>Limpiar pantalla </a:t>
            </a:r>
            <a:r>
              <a:rPr lang="es-419" sz="5400" dirty="0" err="1">
                <a:solidFill>
                  <a:schemeClr val="tx1"/>
                </a:solidFill>
              </a:rPr>
              <a:t>clear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2FCA2-5EDB-D46A-082D-1A11F492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39821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5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3F8EA-A6BA-1F80-CC79-46DAD3A5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C56473-D8A9-DB15-DAAD-AA8220A6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CC91E-F2E7-C39A-6787-75BB6F6F9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287" y="821636"/>
            <a:ext cx="6758457" cy="5197425"/>
          </a:xfrm>
        </p:spPr>
        <p:txBody>
          <a:bodyPr anchor="ctr">
            <a:normAutofit/>
          </a:bodyPr>
          <a:lstStyle/>
          <a:p>
            <a:pPr algn="l"/>
            <a:r>
              <a:rPr lang="es-419" sz="5400" dirty="0">
                <a:solidFill>
                  <a:schemeClr val="tx1"/>
                </a:solidFill>
              </a:rPr>
              <a:t>Historial</a:t>
            </a:r>
            <a:br>
              <a:rPr lang="es-419" sz="5400" dirty="0">
                <a:solidFill>
                  <a:schemeClr val="tx1"/>
                </a:solidFill>
              </a:rPr>
            </a:br>
            <a:r>
              <a:rPr lang="es-419" sz="5400" dirty="0" err="1">
                <a:solidFill>
                  <a:schemeClr val="tx1"/>
                </a:solidFill>
              </a:rPr>
              <a:t>history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71C99-C9C2-A822-C933-E2EEABA89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39821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8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EB8C-B474-73C1-599E-1F48DB46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Rutas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5FBB46-73E9-FBDB-06FB-E9D27A2D5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744955"/>
              </p:ext>
            </p:extLst>
          </p:nvPr>
        </p:nvGraphicFramePr>
        <p:xfrm>
          <a:off x="1143000" y="2873477"/>
          <a:ext cx="98726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331">
                  <a:extLst>
                    <a:ext uri="{9D8B030D-6E8A-4147-A177-3AD203B41FA5}">
                      <a16:colId xmlns:a16="http://schemas.microsoft.com/office/drawing/2014/main" val="784561504"/>
                    </a:ext>
                  </a:extLst>
                </a:gridCol>
                <a:gridCol w="4936331">
                  <a:extLst>
                    <a:ext uri="{9D8B030D-6E8A-4147-A177-3AD203B41FA5}">
                      <a16:colId xmlns:a16="http://schemas.microsoft.com/office/drawing/2014/main" val="1495490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Ruta </a:t>
                      </a:r>
                      <a:r>
                        <a:rPr lang="en-US" dirty="0" err="1"/>
                        <a:t>absoluta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Ruta relativa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703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Empieza desde raíz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Empieza desde donde estoy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31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Más larga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Más corta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11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Siempre funciona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Depende</a:t>
                      </a:r>
                      <a:r>
                        <a:rPr lang="en-US" dirty="0"/>
                        <a:t> del </a:t>
                      </a:r>
                      <a:r>
                        <a:rPr lang="en-US" dirty="0" err="1"/>
                        <a:t>directorio</a:t>
                      </a:r>
                      <a:r>
                        <a:rPr lang="en-US" dirty="0"/>
                        <a:t> 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84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087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717D-6A58-E914-1175-FC8CCAB8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Cierre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8CA68-F619-A8ED-6FB5-32953834C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¿</a:t>
            </a:r>
            <a:r>
              <a:rPr lang="en-US" dirty="0" err="1">
                <a:latin typeface="Aptos" panose="020B0004020202020204" pitchFamily="34" charset="0"/>
              </a:rPr>
              <a:t>Qué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comando</a:t>
            </a:r>
            <a:r>
              <a:rPr lang="en-US" dirty="0">
                <a:latin typeface="Aptos" panose="020B0004020202020204" pitchFamily="34" charset="0"/>
              </a:rPr>
              <a:t>...</a:t>
            </a:r>
          </a:p>
          <a:p>
            <a:r>
              <a:rPr lang="en-US" dirty="0" err="1">
                <a:latin typeface="Aptos" panose="020B0004020202020204" pitchFamily="34" charset="0"/>
              </a:rPr>
              <a:t>muestra</a:t>
            </a:r>
            <a:r>
              <a:rPr lang="en-US" dirty="0">
                <a:latin typeface="Aptos" panose="020B0004020202020204" pitchFamily="34" charset="0"/>
              </a:rPr>
              <a:t> la </a:t>
            </a:r>
            <a:r>
              <a:rPr lang="en-US" dirty="0" err="1">
                <a:latin typeface="Aptos" panose="020B0004020202020204" pitchFamily="34" charset="0"/>
              </a:rPr>
              <a:t>carpeta</a:t>
            </a:r>
            <a:r>
              <a:rPr lang="en-US" dirty="0">
                <a:latin typeface="Aptos" panose="020B0004020202020204" pitchFamily="34" charset="0"/>
              </a:rPr>
              <a:t> actual? </a:t>
            </a:r>
          </a:p>
          <a:p>
            <a:r>
              <a:rPr lang="en-US" dirty="0">
                <a:latin typeface="Aptos" panose="020B0004020202020204" pitchFamily="34" charset="0"/>
              </a:rPr>
              <a:t>cambia de </a:t>
            </a:r>
            <a:r>
              <a:rPr lang="en-US" dirty="0" err="1">
                <a:latin typeface="Aptos" panose="020B0004020202020204" pitchFamily="34" charset="0"/>
              </a:rPr>
              <a:t>carpeta</a:t>
            </a:r>
            <a:r>
              <a:rPr lang="en-US" dirty="0">
                <a:latin typeface="Aptos" panose="020B0004020202020204" pitchFamily="34" charset="0"/>
              </a:rPr>
              <a:t>? </a:t>
            </a:r>
          </a:p>
          <a:p>
            <a:r>
              <a:rPr lang="en-US" dirty="0" err="1">
                <a:latin typeface="Aptos" panose="020B0004020202020204" pitchFamily="34" charset="0"/>
              </a:rPr>
              <a:t>lista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archivos</a:t>
            </a:r>
            <a:r>
              <a:rPr lang="en-US" dirty="0">
                <a:latin typeface="Aptos" panose="020B0004020202020204" pitchFamily="34" charset="0"/>
              </a:rPr>
              <a:t>? </a:t>
            </a:r>
          </a:p>
          <a:p>
            <a:r>
              <a:rPr lang="en-US" dirty="0" err="1">
                <a:latin typeface="Aptos" panose="020B0004020202020204" pitchFamily="34" charset="0"/>
              </a:rPr>
              <a:t>limpia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pantalla</a:t>
            </a:r>
            <a:r>
              <a:rPr lang="en-US" dirty="0">
                <a:latin typeface="Aptos" panose="020B0004020202020204" pitchFamily="34" charset="0"/>
              </a:rPr>
              <a:t>? </a:t>
            </a:r>
          </a:p>
          <a:p>
            <a:r>
              <a:rPr lang="en-US" dirty="0" err="1">
                <a:latin typeface="Aptos" panose="020B0004020202020204" pitchFamily="34" charset="0"/>
              </a:rPr>
              <a:t>muestra</a:t>
            </a:r>
            <a:r>
              <a:rPr lang="en-US" dirty="0">
                <a:latin typeface="Aptos" panose="020B0004020202020204" pitchFamily="34" charset="0"/>
              </a:rPr>
              <a:t> el </a:t>
            </a:r>
            <a:r>
              <a:rPr lang="en-US" dirty="0" err="1">
                <a:latin typeface="Aptos" panose="020B0004020202020204" pitchFamily="34" charset="0"/>
              </a:rPr>
              <a:t>historial</a:t>
            </a:r>
            <a:r>
              <a:rPr lang="en-US" dirty="0">
                <a:latin typeface="Aptos" panose="020B0004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519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25</TotalTime>
  <Words>262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Corbel</vt:lpstr>
      <vt:lpstr>Basis</vt:lpstr>
      <vt:lpstr>Primeros pasos con bash</vt:lpstr>
      <vt:lpstr>¿Por qué existe este curso?</vt:lpstr>
      <vt:lpstr>¿Qué aprenderemos?</vt:lpstr>
      <vt:lpstr>¿Qué es una terminal?</vt:lpstr>
      <vt:lpstr>¿Por qué aprender terminal?</vt:lpstr>
      <vt:lpstr>¿Dónde se usa?</vt:lpstr>
      <vt:lpstr>Sistema de archivos</vt:lpstr>
      <vt:lpstr>Directorio actual</vt:lpstr>
      <vt:lpstr>PRIMER COMANDO PWD</vt:lpstr>
      <vt:lpstr>VER ARCHIVOS LS O LS -L</vt:lpstr>
      <vt:lpstr>Cambiar carpeta cd</vt:lpstr>
      <vt:lpstr>Limpiar pantalla clear</vt:lpstr>
      <vt:lpstr>Historial history</vt:lpstr>
      <vt:lpstr>Rutas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Susana Aubad</dc:creator>
  <cp:lastModifiedBy>Susana Aubad</cp:lastModifiedBy>
  <cp:revision>2</cp:revision>
  <dcterms:created xsi:type="dcterms:W3CDTF">2026-07-05T15:56:37Z</dcterms:created>
  <dcterms:modified xsi:type="dcterms:W3CDTF">2026-07-05T16:22:12Z</dcterms:modified>
</cp:coreProperties>
</file>
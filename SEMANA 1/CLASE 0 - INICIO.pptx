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5"/>
  </p:notesMasterIdLst>
  <p:handoutMasterIdLst>
    <p:handoutMasterId r:id="rId6"/>
  </p:handoutMasterIdLst>
  <p:sldIdLst>
    <p:sldId id="256" r:id="rId2"/>
    <p:sldId id="329" r:id="rId3"/>
    <p:sldId id="270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B6BFA8-239E-434E-B23E-60CA7E1A71C0}" v="5" dt="2025-07-06T21:55:37.079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9" autoAdjust="0"/>
  </p:normalViewPr>
  <p:slideViewPr>
    <p:cSldViewPr>
      <p:cViewPr varScale="1">
        <p:scale>
          <a:sx n="78" d="100"/>
          <a:sy n="78" d="100"/>
        </p:scale>
        <p:origin x="787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186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Sebastián Valencia Villa" userId="966b8279-bbc0-47de-952e-5a6bd2adc0bd" providerId="ADAL" clId="{C1583FCB-ED12-4B45-931B-9DF6CBD559E2}"/>
    <pc:docChg chg="delSld modSld">
      <pc:chgData name="Juan Sebastián Valencia Villa" userId="966b8279-bbc0-47de-952e-5a6bd2adc0bd" providerId="ADAL" clId="{C1583FCB-ED12-4B45-931B-9DF6CBD559E2}" dt="2025-06-13T04:08:32.134" v="67" actId="20577"/>
      <pc:docMkLst>
        <pc:docMk/>
      </pc:docMkLst>
      <pc:sldChg chg="modSp mod">
        <pc:chgData name="Juan Sebastián Valencia Villa" userId="966b8279-bbc0-47de-952e-5a6bd2adc0bd" providerId="ADAL" clId="{C1583FCB-ED12-4B45-931B-9DF6CBD559E2}" dt="2025-06-11T02:32:04.546" v="6" actId="20577"/>
        <pc:sldMkLst>
          <pc:docMk/>
          <pc:sldMk cId="1920111014" sldId="256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29814977" sldId="259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874153701" sldId="261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1588606768" sldId="266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4082835349" sldId="267"/>
        </pc:sldMkLst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4136021868" sldId="268"/>
        </pc:sldMkLst>
      </pc:sldChg>
      <pc:sldChg chg="modSp mod">
        <pc:chgData name="Juan Sebastián Valencia Villa" userId="966b8279-bbc0-47de-952e-5a6bd2adc0bd" providerId="ADAL" clId="{C1583FCB-ED12-4B45-931B-9DF6CBD559E2}" dt="2025-06-13T04:08:32.134" v="67" actId="20577"/>
        <pc:sldMkLst>
          <pc:docMk/>
          <pc:sldMk cId="517930738" sldId="270"/>
        </pc:sldMkLst>
        <pc:graphicFrameChg chg="modGraphic">
          <ac:chgData name="Juan Sebastián Valencia Villa" userId="966b8279-bbc0-47de-952e-5a6bd2adc0bd" providerId="ADAL" clId="{C1583FCB-ED12-4B45-931B-9DF6CBD559E2}" dt="2025-06-13T04:08:32.134" v="67" actId="20577"/>
          <ac:graphicFrameMkLst>
            <pc:docMk/>
            <pc:sldMk cId="517930738" sldId="270"/>
            <ac:graphicFrameMk id="6" creationId="{6B7A12F4-FF99-2F73-13E1-56B0787E42CA}"/>
          </ac:graphicFrameMkLst>
        </pc:graphicFrameChg>
      </pc:sldChg>
      <pc:sldChg chg="del">
        <pc:chgData name="Juan Sebastián Valencia Villa" userId="966b8279-bbc0-47de-952e-5a6bd2adc0bd" providerId="ADAL" clId="{C1583FCB-ED12-4B45-931B-9DF6CBD559E2}" dt="2025-06-11T01:51:13.622" v="0" actId="2696"/>
        <pc:sldMkLst>
          <pc:docMk/>
          <pc:sldMk cId="3357994365" sldId="273"/>
        </pc:sldMkLst>
      </pc:sldChg>
    </pc:docChg>
  </pc:docChgLst>
  <pc:docChgLst>
    <pc:chgData name="Susana Aubad" userId="32317a57359ede49" providerId="LiveId" clId="{EEB6BFA8-239E-434E-B23E-60CA7E1A71C0}"/>
    <pc:docChg chg="custSel modSld modMainMaster">
      <pc:chgData name="Susana Aubad" userId="32317a57359ede49" providerId="LiveId" clId="{EEB6BFA8-239E-434E-B23E-60CA7E1A71C0}" dt="2025-07-06T21:55:37.079" v="4" actId="1076"/>
      <pc:docMkLst>
        <pc:docMk/>
      </pc:docMkLst>
      <pc:sldChg chg="addSp delSp modSp mod">
        <pc:chgData name="Susana Aubad" userId="32317a57359ede49" providerId="LiveId" clId="{EEB6BFA8-239E-434E-B23E-60CA7E1A71C0}" dt="2025-07-06T21:55:37.079" v="4" actId="1076"/>
        <pc:sldMkLst>
          <pc:docMk/>
          <pc:sldMk cId="1920111014" sldId="256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920111014" sldId="256"/>
            <ac:spMk id="2" creationId="{00000000-0000-0000-0000-000000000000}"/>
          </ac:spMkLst>
        </pc:spChg>
        <pc:spChg chg="del mod">
          <ac:chgData name="Susana Aubad" userId="32317a57359ede49" providerId="LiveId" clId="{EEB6BFA8-239E-434E-B23E-60CA7E1A71C0}" dt="2025-07-06T21:55:29.399" v="2" actId="478"/>
          <ac:spMkLst>
            <pc:docMk/>
            <pc:sldMk cId="1920111014" sldId="256"/>
            <ac:spMk id="3" creationId="{00000000-0000-0000-0000-000000000000}"/>
          </ac:spMkLst>
        </pc:spChg>
        <pc:spChg chg="add del mod">
          <ac:chgData name="Susana Aubad" userId="32317a57359ede49" providerId="LiveId" clId="{EEB6BFA8-239E-434E-B23E-60CA7E1A71C0}" dt="2025-07-06T21:55:33.917" v="3" actId="478"/>
          <ac:spMkLst>
            <pc:docMk/>
            <pc:sldMk cId="1920111014" sldId="256"/>
            <ac:spMk id="6" creationId="{5B6C4627-CCD3-3A55-AA61-73F436A0E430}"/>
          </ac:spMkLst>
        </pc:spChg>
        <pc:picChg chg="mod">
          <ac:chgData name="Susana Aubad" userId="32317a57359ede49" providerId="LiveId" clId="{EEB6BFA8-239E-434E-B23E-60CA7E1A71C0}" dt="2025-07-06T21:55:37.079" v="4" actId="1076"/>
          <ac:picMkLst>
            <pc:docMk/>
            <pc:sldMk cId="1920111014" sldId="256"/>
            <ac:picMk id="4" creationId="{6DFAC5B1-712B-5D66-DAD0-DCFF46B36FB0}"/>
          </ac:picMkLst>
        </pc:pic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1816583577" sldId="257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816583577" sldId="257"/>
            <ac:spMk id="2" creationId="{AC5715C8-78CE-A408-EFED-4E1F33EAB356}"/>
          </ac:spMkLst>
        </pc:spChg>
      </pc:sldChg>
      <pc:sldChg chg="modSp">
        <pc:chgData name="Susana Aubad" userId="32317a57359ede49" providerId="LiveId" clId="{EEB6BFA8-239E-434E-B23E-60CA7E1A71C0}" dt="2025-07-06T21:50:19.755" v="0"/>
        <pc:sldMkLst>
          <pc:docMk/>
          <pc:sldMk cId="2274233010" sldId="258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2274233010" sldId="258"/>
            <ac:spMk id="2" creationId="{B8FBDE86-9B16-0D88-9636-3D3AEBAF6A17}"/>
          </ac:spMkLst>
        </pc:spChg>
        <pc:graphicFrameChg chg="mod">
          <ac:chgData name="Susana Aubad" userId="32317a57359ede49" providerId="LiveId" clId="{EEB6BFA8-239E-434E-B23E-60CA7E1A71C0}" dt="2025-07-06T21:50:19.755" v="0"/>
          <ac:graphicFrameMkLst>
            <pc:docMk/>
            <pc:sldMk cId="2274233010" sldId="258"/>
            <ac:graphicFrameMk id="5" creationId="{FDC957B6-76AD-4DFE-48E1-F045A7B48B5B}"/>
          </ac:graphicFrameMkLst>
        </pc:graphicFrameChg>
        <pc:picChg chg="mod">
          <ac:chgData name="Susana Aubad" userId="32317a57359ede49" providerId="LiveId" clId="{EEB6BFA8-239E-434E-B23E-60CA7E1A71C0}" dt="2025-07-06T21:50:19.755" v="0"/>
          <ac:picMkLst>
            <pc:docMk/>
            <pc:sldMk cId="2274233010" sldId="258"/>
            <ac:picMk id="4" creationId="{F2271506-A4D8-915D-45BC-A5D57BAB8053}"/>
          </ac:picMkLst>
        </pc:pic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1734753449" sldId="260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1734753449" sldId="260"/>
            <ac:spMk id="2" creationId="{478C44F1-B338-5903-4343-47C3C683BD6B}"/>
          </ac:spMkLst>
        </pc:spChg>
        <pc:graphicFrameChg chg="mod">
          <ac:chgData name="Susana Aubad" userId="32317a57359ede49" providerId="LiveId" clId="{EEB6BFA8-239E-434E-B23E-60CA7E1A71C0}" dt="2025-07-06T21:50:19.755" v="0"/>
          <ac:graphicFrameMkLst>
            <pc:docMk/>
            <pc:sldMk cId="1734753449" sldId="260"/>
            <ac:graphicFrameMk id="4" creationId="{87020D97-C897-9B43-0625-4B0995E93D26}"/>
          </ac:graphicFrameMkLst>
        </pc:graphicFrameChg>
      </pc:sldChg>
      <pc:sldChg chg="modSp modTransition">
        <pc:chgData name="Susana Aubad" userId="32317a57359ede49" providerId="LiveId" clId="{EEB6BFA8-239E-434E-B23E-60CA7E1A71C0}" dt="2025-07-06T21:50:19.755" v="0"/>
        <pc:sldMkLst>
          <pc:docMk/>
          <pc:sldMk cId="517930738" sldId="270"/>
        </pc:sldMkLst>
        <pc:spChg chg="mod">
          <ac:chgData name="Susana Aubad" userId="32317a57359ede49" providerId="LiveId" clId="{EEB6BFA8-239E-434E-B23E-60CA7E1A71C0}" dt="2025-07-06T21:50:19.755" v="0"/>
          <ac:spMkLst>
            <pc:docMk/>
            <pc:sldMk cId="517930738" sldId="270"/>
            <ac:spMk id="2" creationId="{A1221A69-7C88-8C4F-7B9B-9510B447DB59}"/>
          </ac:spMkLst>
        </pc:spChg>
      </pc:sldChg>
      <pc:sldMasterChg chg="modTransition modSldLayout">
        <pc:chgData name="Susana Aubad" userId="32317a57359ede49" providerId="LiveId" clId="{EEB6BFA8-239E-434E-B23E-60CA7E1A71C0}" dt="2025-07-06T21:50:19.755" v="0"/>
        <pc:sldMasterMkLst>
          <pc:docMk/>
          <pc:sldMasterMk cId="3626779813" sldId="2147483672"/>
        </pc:sldMasterMkLst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4035180127" sldId="2147483673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399688889" sldId="2147483675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2989331461" sldId="2147483676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905560309" sldId="2147483678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3455383281" sldId="2147483679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869715894" sldId="2147483680"/>
          </pc:sldLayoutMkLst>
        </pc:sldLayoutChg>
        <pc:sldLayoutChg chg="modTransition">
          <pc:chgData name="Susana Aubad" userId="32317a57359ede49" providerId="LiveId" clId="{EEB6BFA8-239E-434E-B23E-60CA7E1A71C0}" dt="2025-07-06T21:50:19.755" v="0"/>
          <pc:sldLayoutMkLst>
            <pc:docMk/>
            <pc:sldMasterMk cId="3626779813" sldId="2147483672"/>
            <pc:sldLayoutMk cId="2948780588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2446EEE-9F74-414C-8CF3-76F72C6C9CBB}" type="datetime1">
              <a:rPr lang="es-ES" smtClean="0"/>
              <a:t>05/07/2026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es-ES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8FC2AD-8B93-45A4-8827-85E82B2F4F55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es-ES" noProof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958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E145-FDF8-11BF-01CA-11F7057C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EF818-ACFB-22BB-DB8A-775DC6646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5613" y="3048000"/>
            <a:ext cx="14627226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6A8C2-C23F-11FD-31A9-FACE7BD9A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5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691" y="882376"/>
            <a:ext cx="9964364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198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085" y="3869635"/>
            <a:ext cx="8765577" cy="1388165"/>
          </a:xfrm>
        </p:spPr>
        <p:txBody>
          <a:bodyPr>
            <a:normAutofit/>
          </a:bodyPr>
          <a:lstStyle>
            <a:lvl1pPr marL="0" indent="0" algn="ctr">
              <a:buNone/>
              <a:defRPr sz="2199">
                <a:solidFill>
                  <a:srgbClr val="FFFFFF"/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145" y="3733800"/>
            <a:ext cx="8227458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7100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82847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36" y="1173575"/>
            <a:ext cx="9964364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198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483" y="4154520"/>
            <a:ext cx="876681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199">
                <a:solidFill>
                  <a:schemeClr val="accent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0684" y="4020408"/>
            <a:ext cx="82274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9824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702" y="2057399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5980" y="2057400"/>
            <a:ext cx="4753642" cy="402336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000592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2" y="2001511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2702" y="2721483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7540" y="1999032"/>
            <a:ext cx="4753642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7540" y="2719322"/>
            <a:ext cx="4753642" cy="3383280"/>
          </a:xfrm>
        </p:spPr>
        <p:txBody>
          <a:bodyPr/>
          <a:lstStyle>
            <a:lvl1pPr>
              <a:defRPr sz="21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874233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289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03378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635" y="1097280"/>
            <a:ext cx="5210723" cy="4663440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513240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702" y="1097280"/>
            <a:ext cx="3930896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1838" y="1069847"/>
            <a:ext cx="6097460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2702" y="2834640"/>
            <a:ext cx="3930896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6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84334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357727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762000"/>
            <a:ext cx="232349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2702" y="762000"/>
            <a:ext cx="742756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A5BF5C-F4C1-4C94-BD5F-F847F8EB8117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88965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3427337"/>
            <a:ext cx="3201712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3654149"/>
            <a:ext cx="3201712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4" y="1"/>
            <a:ext cx="3201711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7113" y="6682"/>
            <a:ext cx="3201712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161" y="834636"/>
            <a:ext cx="779443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162" y="2303029"/>
            <a:ext cx="3282264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marL="283379" indent="-283379">
              <a:spcBef>
                <a:spcPts val="1000"/>
              </a:spcBef>
              <a:defRPr sz="1799"/>
            </a:lvl2pPr>
            <a:lvl3pPr marL="283379" indent="-283379">
              <a:spcBef>
                <a:spcPts val="1000"/>
              </a:spcBef>
              <a:defRPr sz="1799"/>
            </a:lvl3pPr>
            <a:lvl4pPr marL="283379" indent="-283379">
              <a:spcBef>
                <a:spcPts val="1000"/>
              </a:spcBef>
              <a:defRPr sz="1799"/>
            </a:lvl4pPr>
            <a:lvl5pPr marL="283379"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0914" y="2303029"/>
            <a:ext cx="3284096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marL="283379" indent="-283379">
              <a:spcBef>
                <a:spcPts val="1000"/>
              </a:spcBef>
              <a:defRPr sz="1799"/>
            </a:lvl2pPr>
            <a:lvl3pPr marL="283379" indent="-283379">
              <a:spcBef>
                <a:spcPts val="1000"/>
              </a:spcBef>
              <a:defRPr sz="1799"/>
            </a:lvl3pPr>
            <a:lvl4pPr marL="283379" indent="-283379">
              <a:spcBef>
                <a:spcPts val="1000"/>
              </a:spcBef>
              <a:defRPr sz="1799"/>
            </a:lvl4pPr>
            <a:lvl5pPr marL="283379"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6392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grpSp>
        <p:nvGrpSpPr>
          <p:cNvPr id="160" name="línea" descr="Gráfico de líne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b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2" name="Forma lib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3" name="Forma lib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4" name="Forma lib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5" name="Forma lib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6" name="Forma lib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7" name="Forma lib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8" name="Forma lib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69" name="Forma lib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0" name="Forma lib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1" name="Forma lib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2" name="Forma lib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3" name="Forma lib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4" name="Forma lib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5" name="Forma lib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6" name="Forma lib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7" name="Forma lib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8" name="Forma lib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79" name="Forma lib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0" name="Forma lib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1" name="Forma lib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2" name="Forma lib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3" name="Forma lib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4" name="Forma lib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5" name="Forma lib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6" name="Forma lib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7" name="Forma lib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8" name="Forma lib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89" name="Forma lib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0" name="Forma lib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1" name="Forma lib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2" name="Forma lib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3" name="Forma lib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4" name="Forma lib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5" name="Forma lib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6" name="Forma lib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7" name="Forma lib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8" name="Forma lib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199" name="Forma lib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0" name="Forma lib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1" name="Forma lib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2" name="Forma lib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3" name="Forma lib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4" name="Forma lib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5" name="Forma lib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6" name="Forma lib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7" name="Forma lib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8" name="Forma lib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09" name="Forma lib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0" name="Forma lib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1" name="Forma lib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2" name="Forma lib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3" name="Forma lib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4" name="Forma lib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5" name="Forma lib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6" name="Forma lib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7" name="Forma lib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8" name="Forma lib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19" name="Forma lib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0" name="Forma lib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1" name="Forma lib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2" name="Forma lib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3" name="Forma lib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4" name="Forma lib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5" name="Forma lib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6" name="Forma lib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7" name="Forma lib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8" name="Forma lib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29" name="Forma lib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0" name="Forma lib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1" name="Forma lib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2" name="Forma lib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3" name="Forma lib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  <p:sp>
          <p:nvSpPr>
            <p:cNvPr id="234" name="Forma lib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s-ES" noProof="0" dirty="0">
                <a:ln>
                  <a:noFill/>
                </a:ln>
              </a:endParaRPr>
            </a:p>
          </p:txBody>
        </p:sp>
      </p:grp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29AD9-EA14-4AE8-BB2F-1A8BF56A3E5B}" type="datetime1">
              <a:rPr lang="es-ES" noProof="0" smtClean="0"/>
              <a:t>05/07/2026</a:t>
            </a:fld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es-ES" noProof="0"/>
              <a:t>‹#›</a:t>
            </a:fld>
            <a:endParaRPr lang="es-ES" noProof="0" dirty="0"/>
          </a:p>
        </p:txBody>
      </p:sp>
      <p:sp>
        <p:nvSpPr>
          <p:cNvPr id="85" name="Marcador de posición de contenido 3"/>
          <p:cNvSpPr>
            <a:spLocks noGrp="1"/>
          </p:cNvSpPr>
          <p:nvPr>
            <p:ph sz="half" idx="13"/>
          </p:nvPr>
        </p:nvSpPr>
        <p:spPr>
          <a:xfrm>
            <a:off x="6246812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4521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99798" y="1173106"/>
            <a:ext cx="9189231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3728" y="0"/>
            <a:ext cx="6801370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035" y="810228"/>
            <a:ext cx="6390756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0321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5" y="0"/>
            <a:ext cx="2550321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2" y="0"/>
            <a:ext cx="2547927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719" y="4308800"/>
            <a:ext cx="2550984" cy="2559774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799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4" y="4308467"/>
            <a:ext cx="2550320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799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206" y="0"/>
            <a:ext cx="2559673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9664" y="1057274"/>
            <a:ext cx="7963387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599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59664" y="2303029"/>
            <a:ext cx="7963386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1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0623" y="3405020"/>
            <a:ext cx="5738202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3927" y="1"/>
            <a:ext cx="5738202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799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0528" y="4577659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1057275"/>
            <a:ext cx="6581966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162" y="2834640"/>
            <a:ext cx="6581966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50000"/>
              </a:lnSpc>
              <a:spcBef>
                <a:spcPts val="0"/>
              </a:spcBef>
              <a:defRPr sz="1999"/>
            </a:lvl2pPr>
            <a:lvl3pPr marL="685594">
              <a:lnSpc>
                <a:spcPct val="150000"/>
              </a:lnSpc>
              <a:spcBef>
                <a:spcPts val="0"/>
              </a:spcBef>
              <a:defRPr sz="17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15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0"/>
            <a:ext cx="12212882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1057275"/>
            <a:ext cx="10508890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162" y="2316068"/>
            <a:ext cx="10508890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2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3390900"/>
            <a:ext cx="12212882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332510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1114" y="0"/>
            <a:ext cx="2837711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0956" y="1061623"/>
            <a:ext cx="5722095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230" y="1"/>
            <a:ext cx="4343564" cy="6359525"/>
          </a:xfrm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7034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-400"/>
            <a:ext cx="12212882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58157" y="3764906"/>
            <a:ext cx="2812357" cy="3393259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128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799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162" y="1057275"/>
            <a:ext cx="525818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162" y="3808751"/>
            <a:ext cx="525818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2264" y="410780"/>
            <a:ext cx="4343564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260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3673" y="1057275"/>
            <a:ext cx="7041783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6" y="-2784"/>
            <a:ext cx="3442391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2868" y="-2784"/>
            <a:ext cx="1733958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173" y="-2784"/>
            <a:ext cx="1715668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6" y="3440504"/>
            <a:ext cx="3442391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010" y="3440505"/>
            <a:ext cx="1718815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3671" y="3808751"/>
            <a:ext cx="704178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507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57" y="-400"/>
            <a:ext cx="12212882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231" y="420494"/>
            <a:ext cx="11302365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162" y="965394"/>
            <a:ext cx="7629722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162" y="2303028"/>
            <a:ext cx="3282264" cy="4144192"/>
          </a:xfrm>
        </p:spPr>
        <p:txBody>
          <a:bodyPr lIns="91440" tIns="0" rIns="91440" bIns="0">
            <a:normAutofit/>
          </a:bodyPr>
          <a:lstStyle>
            <a:lvl1pPr marL="457063" indent="-457063">
              <a:spcBef>
                <a:spcPts val="1000"/>
              </a:spcBef>
              <a:buFont typeface="+mj-lt"/>
              <a:buAutoNum type="arabicPeriod"/>
              <a:defRPr sz="1799"/>
            </a:lvl1pPr>
            <a:lvl2pPr marL="745012" indent="-342797">
              <a:spcBef>
                <a:spcPts val="1000"/>
              </a:spcBef>
              <a:buFont typeface="+mj-lt"/>
              <a:buAutoNum type="alphaLcPeriod"/>
              <a:defRPr sz="1799"/>
            </a:lvl2pPr>
            <a:lvl3pPr marL="1202075" indent="-342797">
              <a:spcBef>
                <a:spcPts val="1000"/>
              </a:spcBef>
              <a:buFont typeface="+mj-lt"/>
              <a:buAutoNum type="arabicParenR"/>
              <a:defRPr sz="1799"/>
            </a:lvl3pPr>
            <a:lvl4pPr marL="1659138" indent="-342797">
              <a:spcBef>
                <a:spcPts val="1000"/>
              </a:spcBef>
              <a:buFont typeface="+mj-lt"/>
              <a:buAutoNum type="alphaLcParenR"/>
              <a:defRPr sz="1799"/>
            </a:lvl4pPr>
            <a:lvl5pPr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0914" y="2303028"/>
            <a:ext cx="376297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799"/>
            </a:lvl1pPr>
            <a:lvl2pPr indent="-283379">
              <a:spcBef>
                <a:spcPts val="1000"/>
              </a:spcBef>
              <a:defRPr sz="1799"/>
            </a:lvl2pPr>
            <a:lvl3pPr indent="-283379">
              <a:spcBef>
                <a:spcPts val="1000"/>
              </a:spcBef>
              <a:defRPr sz="1799"/>
            </a:lvl3pPr>
            <a:lvl4pPr indent="-283379">
              <a:spcBef>
                <a:spcPts val="1000"/>
              </a:spcBef>
              <a:defRPr sz="1799"/>
            </a:lvl4pPr>
            <a:lvl5pPr indent="-283379"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7113" y="965393"/>
            <a:ext cx="3201711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799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1114" y="4000042"/>
            <a:ext cx="2837711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799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799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9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7113" y="-2546"/>
            <a:ext cx="3201712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89123" y="1247776"/>
            <a:ext cx="2199702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1" y="5331514"/>
            <a:ext cx="2147857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88997" y="1248062"/>
            <a:ext cx="2200114" cy="2199541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027" y="6470489"/>
            <a:ext cx="774819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1057274"/>
            <a:ext cx="7841794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162" y="2331791"/>
            <a:ext cx="6901278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99"/>
            </a:lvl1pPr>
            <a:lvl2pPr marL="347368">
              <a:lnSpc>
                <a:spcPct val="100000"/>
              </a:lnSpc>
              <a:spcBef>
                <a:spcPts val="0"/>
              </a:spcBef>
              <a:defRPr sz="2399"/>
            </a:lvl2pPr>
            <a:lvl3pPr marL="685594">
              <a:lnSpc>
                <a:spcPct val="100000"/>
              </a:lnSpc>
              <a:spcBef>
                <a:spcPts val="0"/>
              </a:spcBef>
              <a:defRPr sz="2399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7113" y="3405190"/>
            <a:ext cx="3201712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799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37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158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562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01" y="314192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160" y="1089213"/>
            <a:ext cx="9876864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599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161" y="2331958"/>
            <a:ext cx="2974442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799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5830" y="2331791"/>
            <a:ext cx="6344240" cy="3721817"/>
          </a:xfrm>
        </p:spPr>
        <p:txBody>
          <a:bodyPr lIns="91440" rIns="91440">
            <a:normAutofit/>
          </a:bodyPr>
          <a:lstStyle>
            <a:lvl1pPr>
              <a:defRPr sz="1799"/>
            </a:lvl1pPr>
            <a:lvl2pPr>
              <a:defRPr sz="1799"/>
            </a:lvl2pPr>
            <a:lvl3pPr>
              <a:defRPr sz="1799"/>
            </a:lvl3pPr>
            <a:lvl4pPr>
              <a:defRPr sz="1799"/>
            </a:lvl4pPr>
            <a:lvl5pPr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5740" y="457200"/>
            <a:ext cx="1067311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229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161" y="1057274"/>
            <a:ext cx="9872891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599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2" y="4420134"/>
            <a:ext cx="1292900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799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161" y="2303029"/>
            <a:ext cx="5827629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38774" y="2303029"/>
            <a:ext cx="3484276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799"/>
            </a:lvl1pPr>
            <a:lvl2pPr>
              <a:spcBef>
                <a:spcPts val="1000"/>
              </a:spcBef>
              <a:defRPr sz="1799"/>
            </a:lvl2pPr>
            <a:lvl3pPr>
              <a:spcBef>
                <a:spcPts val="1000"/>
              </a:spcBef>
              <a:defRPr sz="1799"/>
            </a:lvl3pPr>
            <a:lvl4pPr>
              <a:spcBef>
                <a:spcPts val="1000"/>
              </a:spcBef>
              <a:defRPr sz="1799"/>
            </a:lvl4pPr>
            <a:lvl5pPr>
              <a:spcBef>
                <a:spcPts val="1000"/>
              </a:spcBef>
              <a:defRPr sz="1799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5757" y="457200"/>
            <a:ext cx="987295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1002" y="-5674479"/>
            <a:ext cx="443344" cy="11792302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700" y="6698"/>
            <a:ext cx="1961253" cy="1947857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523" y="4929578"/>
            <a:ext cx="774819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4901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640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799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5540" y="1"/>
            <a:ext cx="4670060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4304" y="0"/>
            <a:ext cx="3431297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163" y="849783"/>
            <a:ext cx="5713512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5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163" y="3813606"/>
            <a:ext cx="5713512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0214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080" y="243841"/>
            <a:ext cx="11721587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2702" y="609600"/>
            <a:ext cx="9872948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703" y="2057400"/>
            <a:ext cx="98703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699" y="6223829"/>
            <a:ext cx="2328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8120" y="6223829"/>
            <a:ext cx="4716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7101" y="6223829"/>
            <a:ext cx="1705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01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665" r:id="rId13"/>
    <p:sldLayoutId id="2147483708" r:id="rId14"/>
    <p:sldLayoutId id="2147483709" r:id="rId15"/>
    <p:sldLayoutId id="2147483710" r:id="rId16"/>
    <p:sldLayoutId id="2147483711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31" indent="-182825" algn="l" defTabSz="914126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199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999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799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C684499-6F30-4C6A-8094-E2E3E91B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AECED4-26C2-4E8F-A340-2402369DC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540" y="246888"/>
            <a:ext cx="11721587" cy="63779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95233" y="863364"/>
            <a:ext cx="6655743" cy="5126124"/>
          </a:xfrm>
        </p:spPr>
        <p:txBody>
          <a:bodyPr rtlCol="0" anchor="ctr">
            <a:normAutofit/>
          </a:bodyPr>
          <a:lstStyle/>
          <a:p>
            <a:pPr algn="r" rtl="0"/>
            <a:r>
              <a:rPr lang="es-419" sz="5400" noProof="0" dirty="0">
                <a:solidFill>
                  <a:schemeClr val="tx1"/>
                </a:solidFill>
              </a:rPr>
              <a:t>HERRAMIENTAS COMPUTACIONALES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213D27-7A25-46D8-B1BD-E470E49C6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59169" y="2054826"/>
            <a:ext cx="0" cy="2743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111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4D179-7C6A-4624-5742-3D6BF65E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079" y="243840"/>
            <a:ext cx="11721587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67B137-15B0-4AF6-94A8-AC00BA8D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0" dirty="0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699F27B-22F2-45E1-BFB8-2B1FF14A9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079" y="243840"/>
            <a:ext cx="11721587" cy="6377939"/>
          </a:xfrm>
          <a:prstGeom prst="rect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3ED50-FF9B-3EF2-873D-43CAD140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99" y="643466"/>
            <a:ext cx="3601798" cy="52696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s-419" sz="3200" noProof="0" dirty="0">
                <a:solidFill>
                  <a:schemeClr val="tx2"/>
                </a:solidFill>
                <a:latin typeface="Aptos" panose="020B0004020202020204" pitchFamily="34" charset="0"/>
              </a:rPr>
              <a:t>Reglas de juego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3ABDA7-FF8C-4E26-8C7D-47E0AE54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083" y="1265557"/>
            <a:ext cx="7030" cy="39319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 doblada 5">
            <a:extLst>
              <a:ext uri="{FF2B5EF4-FFF2-40B4-BE49-F238E27FC236}">
                <a16:creationId xmlns:a16="http://schemas.microsoft.com/office/drawing/2014/main" id="{30563839-FA2A-472B-9FEE-50D7147F5050}"/>
              </a:ext>
            </a:extLst>
          </p:cNvPr>
          <p:cNvSpPr/>
          <p:nvPr/>
        </p:nvSpPr>
        <p:spPr>
          <a:xfrm>
            <a:off x="5068100" y="455104"/>
            <a:ext cx="6352112" cy="985334"/>
          </a:xfrm>
          <a:prstGeom prst="foldedCorner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s-419" sz="2000" noProof="0" dirty="0">
                <a:solidFill>
                  <a:schemeClr val="bg1"/>
                </a:solidFill>
                <a:latin typeface="Aptos" panose="020B0004020202020204" pitchFamily="34" charset="0"/>
              </a:rPr>
              <a:t>Los las instrucciones de talleres y evaluaciones estarán publicadas con 15 días de anticipación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24E5AC-C470-3CCB-96D8-C55123243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162348" y="6081715"/>
            <a:ext cx="8747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s-419" sz="1200" noProof="0" smtClean="0">
                <a:solidFill>
                  <a:schemeClr val="tx2"/>
                </a:solidFill>
                <a:latin typeface="+mn-lt"/>
              </a:rPr>
              <a:pPr>
                <a:spcAft>
                  <a:spcPts val="600"/>
                </a:spcAft>
              </a:pPr>
              <a:t>2</a:t>
            </a:fld>
            <a:endParaRPr lang="es-419" sz="1200" noProof="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ángulo: esquina doblada 4">
            <a:extLst>
              <a:ext uri="{FF2B5EF4-FFF2-40B4-BE49-F238E27FC236}">
                <a16:creationId xmlns:a16="http://schemas.microsoft.com/office/drawing/2014/main" id="{D7D6B4DF-6641-AEB2-3C21-CC37E3CB5733}"/>
              </a:ext>
            </a:extLst>
          </p:cNvPr>
          <p:cNvSpPr/>
          <p:nvPr/>
        </p:nvSpPr>
        <p:spPr>
          <a:xfrm>
            <a:off x="5068099" y="1616226"/>
            <a:ext cx="6352113" cy="963155"/>
          </a:xfrm>
          <a:prstGeom prst="foldedCorner">
            <a:avLst/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defTabSz="457063">
              <a:spcAft>
                <a:spcPts val="600"/>
              </a:spcAft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Todas las entregas estarán habilitadas hasta el día sábado a las 11:59 pm</a:t>
            </a:r>
          </a:p>
        </p:txBody>
      </p:sp>
      <p:sp>
        <p:nvSpPr>
          <p:cNvPr id="8" name="Rectángulo: esquina doblada 7">
            <a:extLst>
              <a:ext uri="{FF2B5EF4-FFF2-40B4-BE49-F238E27FC236}">
                <a16:creationId xmlns:a16="http://schemas.microsoft.com/office/drawing/2014/main" id="{8C971F1F-FB35-E8D3-2EF6-5EF854BEF2F0}"/>
              </a:ext>
            </a:extLst>
          </p:cNvPr>
          <p:cNvSpPr/>
          <p:nvPr/>
        </p:nvSpPr>
        <p:spPr>
          <a:xfrm>
            <a:off x="5068099" y="2708920"/>
            <a:ext cx="6352113" cy="3674311"/>
          </a:xfrm>
          <a:prstGeom prst="foldedCorner">
            <a:avLst>
              <a:gd name="adj" fmla="val 4639"/>
            </a:avLst>
          </a:prstGeom>
          <a:solidFill>
            <a:schemeClr val="accent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defTabSz="457063">
              <a:spcAft>
                <a:spcPts val="600"/>
              </a:spcAft>
            </a:pPr>
            <a:endParaRPr lang="es-419" sz="1999" noProof="0" dirty="0">
              <a:solidFill>
                <a:prstClr val="white"/>
              </a:solidFill>
              <a:latin typeface="Aptos" panose="020B0004020202020204" pitchFamily="34" charset="0"/>
            </a:endParaRPr>
          </a:p>
          <a:p>
            <a:pPr defTabSz="457063">
              <a:spcAft>
                <a:spcPts val="600"/>
              </a:spcAft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Si la entrega se realiza tarde: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12:00 am y las 11:59 am del domingo: se calificará sobre 4.5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las 12:00 pm y las 11:59 pm del domingo: se calificará sobre 4.0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12:00 am y las 11:59 am del lunes: se calificará sobre 3.5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Entre las 12:00 pm y las 11:59 pm del lunes: se calificará sobre 3.0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419" sz="1999" noProof="0" dirty="0">
                <a:solidFill>
                  <a:schemeClr val="bg1"/>
                </a:solidFill>
                <a:latin typeface="Aptos" panose="020B0004020202020204" pitchFamily="34" charset="0"/>
              </a:rPr>
              <a:t>A partir del martes será calificado como 0.0</a:t>
            </a:r>
          </a:p>
          <a:p>
            <a:pPr marL="342797" indent="-342797" defTabSz="457063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419" sz="1999" noProof="0" dirty="0">
              <a:solidFill>
                <a:srgbClr val="202C8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68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3F02-BA10-37EE-D6F2-C945E33D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21A69-7C88-8C4F-7B9B-9510B447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¿Cómo vamos a evaluar?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6B7A12F4-FF99-2F73-13E1-56B0787E4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050417"/>
              </p:ext>
            </p:extLst>
          </p:nvPr>
        </p:nvGraphicFramePr>
        <p:xfrm>
          <a:off x="2442772" y="2132856"/>
          <a:ext cx="7272808" cy="3215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380">
                  <a:extLst>
                    <a:ext uri="{9D8B030D-6E8A-4147-A177-3AD203B41FA5}">
                      <a16:colId xmlns:a16="http://schemas.microsoft.com/office/drawing/2014/main" val="885765344"/>
                    </a:ext>
                  </a:extLst>
                </a:gridCol>
                <a:gridCol w="2649380">
                  <a:extLst>
                    <a:ext uri="{9D8B030D-6E8A-4147-A177-3AD203B41FA5}">
                      <a16:colId xmlns:a16="http://schemas.microsoft.com/office/drawing/2014/main" val="3219160983"/>
                    </a:ext>
                  </a:extLst>
                </a:gridCol>
                <a:gridCol w="1974048">
                  <a:extLst>
                    <a:ext uri="{9D8B030D-6E8A-4147-A177-3AD203B41FA5}">
                      <a16:colId xmlns:a16="http://schemas.microsoft.com/office/drawing/2014/main" val="354004918"/>
                    </a:ext>
                  </a:extLst>
                </a:gridCol>
              </a:tblGrid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Evaluación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Fecha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Porcentaje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707390510"/>
                  </a:ext>
                </a:extLst>
              </a:tr>
              <a:tr h="13331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 de agosto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784783325"/>
                  </a:ext>
                </a:extLst>
              </a:tr>
              <a:tr h="285488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15 de agosto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699902218"/>
                  </a:ext>
                </a:extLst>
              </a:tr>
              <a:tr h="293647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Parcial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18 de agosto – 5 de septiembre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20%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31486141"/>
                  </a:ext>
                </a:extLst>
              </a:tr>
              <a:tr h="287951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12 de septiembre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2822909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Entrega # 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17 de octubre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28663391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Proyecto Final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Durante las clases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619118180"/>
                  </a:ext>
                </a:extLst>
              </a:tr>
              <a:tr h="346793"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Final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17 de noviembre 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noProof="0" dirty="0"/>
                        <a:t>30%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89488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1221</TotalTime>
  <Words>171</Words>
  <Application>Microsoft Office PowerPoint</Application>
  <PresentationFormat>Custom</PresentationFormat>
  <Paragraphs>38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Corbel</vt:lpstr>
      <vt:lpstr>Basis</vt:lpstr>
      <vt:lpstr>HERRAMIENTAS COMPUTACIONALES</vt:lpstr>
      <vt:lpstr>Reglas de juego</vt:lpstr>
      <vt:lpstr>¿Cómo vamos a evaluar?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Sebastián Valencia Villa</dc:creator>
  <cp:lastModifiedBy>Susana Aubad</cp:lastModifiedBy>
  <cp:revision>5</cp:revision>
  <dcterms:created xsi:type="dcterms:W3CDTF">2025-06-08T20:32:26Z</dcterms:created>
  <dcterms:modified xsi:type="dcterms:W3CDTF">2026-07-05T12:32:30Z</dcterms:modified>
</cp:coreProperties>
</file>